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4"/>
    <p:sldMasterId id="2147483657" r:id="rId5"/>
    <p:sldMasterId id="2147483659" r:id="rId6"/>
    <p:sldMasterId id="2147483648" r:id="rId7"/>
    <p:sldMasterId id="2147483661" r:id="rId8"/>
  </p:sldMasterIdLst>
  <p:notesMasterIdLst>
    <p:notesMasterId r:id="rId14"/>
  </p:notesMasterIdLst>
  <p:sldIdLst>
    <p:sldId id="264" r:id="rId9"/>
    <p:sldId id="269" r:id="rId10"/>
    <p:sldId id="275" r:id="rId11"/>
    <p:sldId id="276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B9DC"/>
    <a:srgbClr val="813384"/>
    <a:srgbClr val="2AB295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11470-BF8C-2343-9ACE-7EDEEA990C1E}" v="19" dt="2026-09-03T16:44:09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Triantafillis" userId="4aecc5f4-7143-4b46-b8b6-f9cd3163dfab" providerId="ADAL" clId="{98F04E9E-6093-5F2D-A502-3311D62928B5}"/>
    <pc:docChg chg="undo redo custSel modSld modMainMaster">
      <pc:chgData name="Christina Triantafillis" userId="4aecc5f4-7143-4b46-b8b6-f9cd3163dfab" providerId="ADAL" clId="{98F04E9E-6093-5F2D-A502-3311D62928B5}" dt="2026-09-03T16:44:09.301" v="19" actId="255"/>
      <pc:docMkLst>
        <pc:docMk/>
      </pc:docMkLst>
      <pc:sldChg chg="modSp mod">
        <pc:chgData name="Christina Triantafillis" userId="4aecc5f4-7143-4b46-b8b6-f9cd3163dfab" providerId="ADAL" clId="{98F04E9E-6093-5F2D-A502-3311D62928B5}" dt="2026-09-03T16:44:09.301" v="19" actId="255"/>
        <pc:sldMkLst>
          <pc:docMk/>
          <pc:sldMk cId="2716112897" sldId="264"/>
        </pc:sldMkLst>
        <pc:spChg chg="mod">
          <ac:chgData name="Christina Triantafillis" userId="4aecc5f4-7143-4b46-b8b6-f9cd3163dfab" providerId="ADAL" clId="{98F04E9E-6093-5F2D-A502-3311D62928B5}" dt="2026-09-03T16:44:09.301" v="19" actId="255"/>
          <ac:spMkLst>
            <pc:docMk/>
            <pc:sldMk cId="2716112897" sldId="264"/>
            <ac:spMk id="28" creationId="{2A114065-8FF2-E8C1-2B4E-C5151BA84389}"/>
          </ac:spMkLst>
        </pc:spChg>
      </pc:sldChg>
      <pc:sldChg chg="modSp">
        <pc:chgData name="Christina Triantafillis" userId="4aecc5f4-7143-4b46-b8b6-f9cd3163dfab" providerId="ADAL" clId="{98F04E9E-6093-5F2D-A502-3311D62928B5}" dt="2026-08-27T15:13:25.228" v="0"/>
        <pc:sldMkLst>
          <pc:docMk/>
          <pc:sldMk cId="1890829512" sldId="269"/>
        </pc:sldMkLst>
        <pc:spChg chg="mod">
          <ac:chgData name="Christina Triantafillis" userId="4aecc5f4-7143-4b46-b8b6-f9cd3163dfab" providerId="ADAL" clId="{98F04E9E-6093-5F2D-A502-3311D62928B5}" dt="2026-08-27T15:13:25.228" v="0"/>
          <ac:spMkLst>
            <pc:docMk/>
            <pc:sldMk cId="1890829512" sldId="269"/>
            <ac:spMk id="10" creationId="{1691D0A3-0A51-4462-EEEA-97E19EAA01CB}"/>
          </ac:spMkLst>
        </pc:spChg>
      </pc:sldChg>
      <pc:sldChg chg="modSp">
        <pc:chgData name="Christina Triantafillis" userId="4aecc5f4-7143-4b46-b8b6-f9cd3163dfab" providerId="ADAL" clId="{98F04E9E-6093-5F2D-A502-3311D62928B5}" dt="2026-08-27T15:13:25.228" v="0"/>
        <pc:sldMkLst>
          <pc:docMk/>
          <pc:sldMk cId="868130720" sldId="275"/>
        </pc:sldMkLst>
        <pc:spChg chg="mod">
          <ac:chgData name="Christina Triantafillis" userId="4aecc5f4-7143-4b46-b8b6-f9cd3163dfab" providerId="ADAL" clId="{98F04E9E-6093-5F2D-A502-3311D62928B5}" dt="2026-08-27T15:13:25.228" v="0"/>
          <ac:spMkLst>
            <pc:docMk/>
            <pc:sldMk cId="868130720" sldId="275"/>
            <ac:spMk id="10" creationId="{15AB39C9-CC40-8021-5114-21B8BDC8A92C}"/>
          </ac:spMkLst>
        </pc:spChg>
      </pc:sldChg>
      <pc:sldChg chg="modSp">
        <pc:chgData name="Christina Triantafillis" userId="4aecc5f4-7143-4b46-b8b6-f9cd3163dfab" providerId="ADAL" clId="{98F04E9E-6093-5F2D-A502-3311D62928B5}" dt="2026-08-27T15:13:25.228" v="0"/>
        <pc:sldMkLst>
          <pc:docMk/>
          <pc:sldMk cId="2258789489" sldId="276"/>
        </pc:sldMkLst>
        <pc:spChg chg="mod">
          <ac:chgData name="Christina Triantafillis" userId="4aecc5f4-7143-4b46-b8b6-f9cd3163dfab" providerId="ADAL" clId="{98F04E9E-6093-5F2D-A502-3311D62928B5}" dt="2026-08-27T15:13:25.228" v="0"/>
          <ac:spMkLst>
            <pc:docMk/>
            <pc:sldMk cId="2258789489" sldId="276"/>
            <ac:spMk id="10" creationId="{6B3760DF-2504-EF59-7B8D-F5C8A5F8F426}"/>
          </ac:spMkLst>
        </pc:spChg>
      </pc:sldChg>
      <pc:sldMasterChg chg="modSldLayout">
        <pc:chgData name="Christina Triantafillis" userId="4aecc5f4-7143-4b46-b8b6-f9cd3163dfab" providerId="ADAL" clId="{98F04E9E-6093-5F2D-A502-3311D62928B5}" dt="2026-09-03T16:43:20.533" v="3" actId="14100"/>
        <pc:sldMasterMkLst>
          <pc:docMk/>
          <pc:sldMasterMk cId="1538848823" sldId="2147483655"/>
        </pc:sldMasterMkLst>
        <pc:sldLayoutChg chg="delSp modSp mod">
          <pc:chgData name="Christina Triantafillis" userId="4aecc5f4-7143-4b46-b8b6-f9cd3163dfab" providerId="ADAL" clId="{98F04E9E-6093-5F2D-A502-3311D62928B5}" dt="2026-09-03T16:43:20.533" v="3" actId="14100"/>
          <pc:sldLayoutMkLst>
            <pc:docMk/>
            <pc:sldMasterMk cId="1538848823" sldId="2147483655"/>
            <pc:sldLayoutMk cId="767793927" sldId="2147483656"/>
          </pc:sldLayoutMkLst>
          <pc:spChg chg="del">
            <ac:chgData name="Christina Triantafillis" userId="4aecc5f4-7143-4b46-b8b6-f9cd3163dfab" providerId="ADAL" clId="{98F04E9E-6093-5F2D-A502-3311D62928B5}" dt="2026-09-03T16:43:13.909" v="1" actId="478"/>
            <ac:spMkLst>
              <pc:docMk/>
              <pc:sldMasterMk cId="1538848823" sldId="2147483655"/>
              <pc:sldLayoutMk cId="767793927" sldId="2147483656"/>
              <ac:spMk id="3" creationId="{C17CB001-9558-ABB7-E6C0-B4C24B03A19E}"/>
            </ac:spMkLst>
          </pc:spChg>
          <pc:spChg chg="mod">
            <ac:chgData name="Christina Triantafillis" userId="4aecc5f4-7143-4b46-b8b6-f9cd3163dfab" providerId="ADAL" clId="{98F04E9E-6093-5F2D-A502-3311D62928B5}" dt="2026-09-03T16:43:20.533" v="3" actId="14100"/>
            <ac:spMkLst>
              <pc:docMk/>
              <pc:sldMasterMk cId="1538848823" sldId="2147483655"/>
              <pc:sldLayoutMk cId="767793927" sldId="2147483656"/>
              <ac:spMk id="8" creationId="{D2F77BBF-4DC1-CA17-286E-52D96AA84315}"/>
            </ac:spMkLst>
          </pc:spChg>
          <pc:spChg chg="mod">
            <ac:chgData name="Christina Triantafillis" userId="4aecc5f4-7143-4b46-b8b6-f9cd3163dfab" providerId="ADAL" clId="{98F04E9E-6093-5F2D-A502-3311D62928B5}" dt="2026-09-03T16:43:20.533" v="3" actId="14100"/>
            <ac:spMkLst>
              <pc:docMk/>
              <pc:sldMasterMk cId="1538848823" sldId="2147483655"/>
              <pc:sldLayoutMk cId="767793927" sldId="2147483656"/>
              <ac:spMk id="10" creationId="{09392C31-B614-0718-F47E-5C21F02A0A48}"/>
            </ac:spMkLst>
          </pc:spChg>
          <pc:spChg chg="del">
            <ac:chgData name="Christina Triantafillis" userId="4aecc5f4-7143-4b46-b8b6-f9cd3163dfab" providerId="ADAL" clId="{98F04E9E-6093-5F2D-A502-3311D62928B5}" dt="2026-09-03T16:43:13.909" v="1" actId="478"/>
            <ac:spMkLst>
              <pc:docMk/>
              <pc:sldMasterMk cId="1538848823" sldId="2147483655"/>
              <pc:sldLayoutMk cId="767793927" sldId="2147483656"/>
              <ac:spMk id="13" creationId="{145E5C46-2A7C-865D-907A-1B8055604AD9}"/>
            </ac:spMkLst>
          </pc:spChg>
          <pc:spChg chg="del">
            <ac:chgData name="Christina Triantafillis" userId="4aecc5f4-7143-4b46-b8b6-f9cd3163dfab" providerId="ADAL" clId="{98F04E9E-6093-5F2D-A502-3311D62928B5}" dt="2026-09-03T16:43:13.909" v="1" actId="478"/>
            <ac:spMkLst>
              <pc:docMk/>
              <pc:sldMasterMk cId="1538848823" sldId="2147483655"/>
              <pc:sldLayoutMk cId="767793927" sldId="2147483656"/>
              <ac:spMk id="19" creationId="{3CDB554C-48E5-C00D-0551-6082EF13EBC5}"/>
            </ac:spMkLst>
          </pc:spChg>
        </pc:sldLayoutChg>
      </pc:sldMasterChg>
      <pc:sldMasterChg chg="modSldLayout">
        <pc:chgData name="Christina Triantafillis" userId="4aecc5f4-7143-4b46-b8b6-f9cd3163dfab" providerId="ADAL" clId="{98F04E9E-6093-5F2D-A502-3311D62928B5}" dt="2026-08-27T15:13:25.228" v="0"/>
        <pc:sldMasterMkLst>
          <pc:docMk/>
          <pc:sldMasterMk cId="871109327" sldId="2147483676"/>
        </pc:sldMasterMkLst>
        <pc:sldLayoutChg chg="modSp">
          <pc:chgData name="Christina Triantafillis" userId="4aecc5f4-7143-4b46-b8b6-f9cd3163dfab" providerId="ADAL" clId="{98F04E9E-6093-5F2D-A502-3311D62928B5}" dt="2026-08-27T15:13:25.228" v="0"/>
          <pc:sldLayoutMkLst>
            <pc:docMk/>
            <pc:sldMasterMk cId="871109327" sldId="2147483657"/>
            <pc:sldLayoutMk cId="4189844640" sldId="2147483658"/>
          </pc:sldLayoutMkLst>
          <pc:spChg chg="mod">
            <ac:chgData name="Christina Triantafillis" userId="4aecc5f4-7143-4b46-b8b6-f9cd3163dfab" providerId="ADAL" clId="{98F04E9E-6093-5F2D-A502-3311D62928B5}" dt="2026-08-27T15:13:25.228" v="0"/>
            <ac:spMkLst>
              <pc:docMk/>
              <pc:sldMasterMk cId="871109327" sldId="2147483657"/>
              <pc:sldLayoutMk cId="4189844640" sldId="2147483658"/>
              <ac:spMk id="4" creationId="{E8F71126-5A81-E6CD-0FE2-1F080076F54A}"/>
            </ac:spMkLst>
          </pc:spChg>
        </pc:sldLayoutChg>
      </pc:sldMasterChg>
    </pc:docChg>
  </pc:docChgLst>
  <pc:docChgLst>
    <pc:chgData name="Munuswamy Sathish" userId="56146e37-9b35-4486-9ffe-663555f98a3a" providerId="ADAL" clId="{80F1FD11-FDDA-54EE-9872-A7D4BD9747F2}"/>
    <pc:docChg chg="custSel modSld modMainMaster">
      <pc:chgData name="Munuswamy Sathish" userId="56146e37-9b35-4486-9ffe-663555f98a3a" providerId="ADAL" clId="{80F1FD11-FDDA-54EE-9872-A7D4BD9747F2}" dt="2026-08-19T10:07:40.771" v="129"/>
      <pc:docMkLst>
        <pc:docMk/>
      </pc:docMkLst>
      <pc:sldChg chg="addSp delSp modSp mod chgLayout">
        <pc:chgData name="Munuswamy Sathish" userId="56146e37-9b35-4486-9ffe-663555f98a3a" providerId="ADAL" clId="{80F1FD11-FDDA-54EE-9872-A7D4BD9747F2}" dt="2026-08-19T05:46:25.711" v="114" actId="113"/>
        <pc:sldMkLst>
          <pc:docMk/>
          <pc:sldMk cId="1890829512" sldId="269"/>
        </pc:sldMkLst>
      </pc:sldChg>
      <pc:sldChg chg="modSp">
        <pc:chgData name="Munuswamy Sathish" userId="56146e37-9b35-4486-9ffe-663555f98a3a" providerId="ADAL" clId="{80F1FD11-FDDA-54EE-9872-A7D4BD9747F2}" dt="2026-08-19T05:46:46.156" v="120"/>
        <pc:sldMkLst>
          <pc:docMk/>
          <pc:sldMk cId="122295179" sldId="274"/>
        </pc:sldMkLst>
      </pc:sldChg>
      <pc:sldMasterChg chg="modSldLayout">
        <pc:chgData name="Munuswamy Sathish" userId="56146e37-9b35-4486-9ffe-663555f98a3a" providerId="ADAL" clId="{80F1FD11-FDDA-54EE-9872-A7D4BD9747F2}" dt="2026-08-19T05:40:02.632" v="86"/>
        <pc:sldMasterMkLst>
          <pc:docMk/>
          <pc:sldMasterMk cId="566745546" sldId="2147483648"/>
        </pc:sldMasterMkLst>
        <pc:sldLayoutChg chg="addSp delSp modSp mod">
          <pc:chgData name="Munuswamy Sathish" userId="56146e37-9b35-4486-9ffe-663555f98a3a" providerId="ADAL" clId="{80F1FD11-FDDA-54EE-9872-A7D4BD9747F2}" dt="2026-08-19T05:40:02.632" v="86"/>
          <pc:sldLayoutMkLst>
            <pc:docMk/>
            <pc:sldMasterMk cId="566745546" sldId="2147483648"/>
            <pc:sldLayoutMk cId="743988116" sldId="2147483649"/>
          </pc:sldLayoutMkLst>
          <pc:spChg chg="add mod">
            <ac:chgData name="Munuswamy Sathish" userId="56146e37-9b35-4486-9ffe-663555f98a3a" providerId="ADAL" clId="{80F1FD11-FDDA-54EE-9872-A7D4BD9747F2}" dt="2026-08-19T05:40:02.632" v="86"/>
            <ac:spMkLst>
              <pc:docMk/>
              <pc:sldMasterMk cId="566745546" sldId="2147483648"/>
              <pc:sldLayoutMk cId="743988116" sldId="2147483649"/>
              <ac:spMk id="6" creationId="{249E9DA9-B432-8169-0A2D-7FA7F175FA8E}"/>
            </ac:spMkLst>
          </pc:spChg>
          <pc:spChg chg="add mod">
            <ac:chgData name="Munuswamy Sathish" userId="56146e37-9b35-4486-9ffe-663555f98a3a" providerId="ADAL" clId="{80F1FD11-FDDA-54EE-9872-A7D4BD9747F2}" dt="2026-08-19T05:40:02.632" v="86"/>
            <ac:spMkLst>
              <pc:docMk/>
              <pc:sldMasterMk cId="566745546" sldId="2147483648"/>
              <pc:sldLayoutMk cId="743988116" sldId="2147483649"/>
              <ac:spMk id="8" creationId="{F6151FB6-09E2-E98B-3718-6F6AE4681614}"/>
            </ac:spMkLst>
          </pc:spChg>
          <pc:spChg chg="add mod">
            <ac:chgData name="Munuswamy Sathish" userId="56146e37-9b35-4486-9ffe-663555f98a3a" providerId="ADAL" clId="{80F1FD11-FDDA-54EE-9872-A7D4BD9747F2}" dt="2026-08-19T05:40:02.632" v="86"/>
            <ac:spMkLst>
              <pc:docMk/>
              <pc:sldMasterMk cId="566745546" sldId="2147483648"/>
              <pc:sldLayoutMk cId="743988116" sldId="2147483649"/>
              <ac:spMk id="9" creationId="{27EEB31A-D29D-27DB-FF2D-B4A116958547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11.740" v="74" actId="20577"/>
          <pc:sldLayoutMkLst>
            <pc:docMk/>
            <pc:sldMasterMk cId="566745546" sldId="2147483648"/>
            <pc:sldLayoutMk cId="2302813638" sldId="2147483650"/>
          </pc:sldLayoutMkLst>
          <pc:spChg chg="add mod">
            <ac:chgData name="Munuswamy Sathish" userId="56146e37-9b35-4486-9ffe-663555f98a3a" providerId="ADAL" clId="{80F1FD11-FDDA-54EE-9872-A7D4BD9747F2}" dt="2026-08-19T05:39:02.193" v="57" actId="20577"/>
            <ac:spMkLst>
              <pc:docMk/>
              <pc:sldMasterMk cId="566745546" sldId="2147483648"/>
              <pc:sldLayoutMk cId="2302813638" sldId="2147483650"/>
              <ac:spMk id="4" creationId="{0D7CBB68-3233-26BD-423B-6741CBB4E86E}"/>
            </ac:spMkLst>
          </pc:spChg>
          <pc:spChg chg="mod">
            <ac:chgData name="Munuswamy Sathish" userId="56146e37-9b35-4486-9ffe-663555f98a3a" providerId="ADAL" clId="{80F1FD11-FDDA-54EE-9872-A7D4BD9747F2}" dt="2026-08-19T05:38:51.003" v="39" actId="20577"/>
            <ac:spMkLst>
              <pc:docMk/>
              <pc:sldMasterMk cId="566745546" sldId="2147483648"/>
              <pc:sldLayoutMk cId="2302813638" sldId="2147483650"/>
              <ac:spMk id="8" creationId="{515E2454-B235-0178-A6B5-9B686BA9E058}"/>
            </ac:spMkLst>
          </pc:spChg>
          <pc:spChg chg="mod">
            <ac:chgData name="Munuswamy Sathish" userId="56146e37-9b35-4486-9ffe-663555f98a3a" providerId="ADAL" clId="{80F1FD11-FDDA-54EE-9872-A7D4BD9747F2}" dt="2026-08-19T05:39:11.740" v="74" actId="20577"/>
            <ac:spMkLst>
              <pc:docMk/>
              <pc:sldMasterMk cId="566745546" sldId="2147483648"/>
              <pc:sldLayoutMk cId="2302813638" sldId="2147483650"/>
              <ac:spMk id="9" creationId="{2453F05E-27EE-786A-EF74-F52A465CC33C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31.128" v="78"/>
          <pc:sldLayoutMkLst>
            <pc:docMk/>
            <pc:sldMasterMk cId="566745546" sldId="2147483648"/>
            <pc:sldLayoutMk cId="4044661659" sldId="2147483651"/>
          </pc:sldLayoutMkLst>
          <pc:spChg chg="add mod">
            <ac:chgData name="Munuswamy Sathish" userId="56146e37-9b35-4486-9ffe-663555f98a3a" providerId="ADAL" clId="{80F1FD11-FDDA-54EE-9872-A7D4BD9747F2}" dt="2026-08-19T05:39:31.128" v="78"/>
            <ac:spMkLst>
              <pc:docMk/>
              <pc:sldMasterMk cId="566745546" sldId="2147483648"/>
              <pc:sldLayoutMk cId="4044661659" sldId="2147483651"/>
              <ac:spMk id="6" creationId="{4E751093-2C00-445C-8E8D-113C08992DE2}"/>
            </ac:spMkLst>
          </pc:spChg>
          <pc:spChg chg="add mod">
            <ac:chgData name="Munuswamy Sathish" userId="56146e37-9b35-4486-9ffe-663555f98a3a" providerId="ADAL" clId="{80F1FD11-FDDA-54EE-9872-A7D4BD9747F2}" dt="2026-08-19T05:39:31.128" v="78"/>
            <ac:spMkLst>
              <pc:docMk/>
              <pc:sldMasterMk cId="566745546" sldId="2147483648"/>
              <pc:sldLayoutMk cId="4044661659" sldId="2147483651"/>
              <ac:spMk id="8" creationId="{03C6C1E9-2695-B5A1-8667-09A0E2E6068F}"/>
            </ac:spMkLst>
          </pc:spChg>
          <pc:spChg chg="add mod">
            <ac:chgData name="Munuswamy Sathish" userId="56146e37-9b35-4486-9ffe-663555f98a3a" providerId="ADAL" clId="{80F1FD11-FDDA-54EE-9872-A7D4BD9747F2}" dt="2026-08-19T05:39:31.128" v="78"/>
            <ac:spMkLst>
              <pc:docMk/>
              <pc:sldMasterMk cId="566745546" sldId="2147483648"/>
              <pc:sldLayoutMk cId="4044661659" sldId="2147483651"/>
              <ac:spMk id="9" creationId="{634E6F14-1967-F598-067B-88F746E2E16D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46.893" v="82"/>
          <pc:sldLayoutMkLst>
            <pc:docMk/>
            <pc:sldMasterMk cId="566745546" sldId="2147483648"/>
            <pc:sldLayoutMk cId="4075346905" sldId="2147483652"/>
          </pc:sldLayoutMkLst>
          <pc:spChg chg="add mod">
            <ac:chgData name="Munuswamy Sathish" userId="56146e37-9b35-4486-9ffe-663555f98a3a" providerId="ADAL" clId="{80F1FD11-FDDA-54EE-9872-A7D4BD9747F2}" dt="2026-08-19T05:39:46.893" v="82"/>
            <ac:spMkLst>
              <pc:docMk/>
              <pc:sldMasterMk cId="566745546" sldId="2147483648"/>
              <pc:sldLayoutMk cId="4075346905" sldId="2147483652"/>
              <ac:spMk id="4" creationId="{35946CDD-9171-7BC2-8A20-3017F082C5AA}"/>
            </ac:spMkLst>
          </pc:spChg>
          <pc:spChg chg="add mod">
            <ac:chgData name="Munuswamy Sathish" userId="56146e37-9b35-4486-9ffe-663555f98a3a" providerId="ADAL" clId="{80F1FD11-FDDA-54EE-9872-A7D4BD9747F2}" dt="2026-08-19T05:39:46.893" v="82"/>
            <ac:spMkLst>
              <pc:docMk/>
              <pc:sldMasterMk cId="566745546" sldId="2147483648"/>
              <pc:sldLayoutMk cId="4075346905" sldId="2147483652"/>
              <ac:spMk id="8" creationId="{E63EC498-EC38-F861-2B82-40A7B6435B96}"/>
            </ac:spMkLst>
          </pc:spChg>
          <pc:spChg chg="add mod">
            <ac:chgData name="Munuswamy Sathish" userId="56146e37-9b35-4486-9ffe-663555f98a3a" providerId="ADAL" clId="{80F1FD11-FDDA-54EE-9872-A7D4BD9747F2}" dt="2026-08-19T05:39:46.893" v="82"/>
            <ac:spMkLst>
              <pc:docMk/>
              <pc:sldMasterMk cId="566745546" sldId="2147483648"/>
              <pc:sldLayoutMk cId="4075346905" sldId="2147483652"/>
              <ac:spMk id="10" creationId="{0D9C749E-2778-B5C6-0AFA-410B1FCB2F7A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53.990" v="84"/>
          <pc:sldLayoutMkLst>
            <pc:docMk/>
            <pc:sldMasterMk cId="566745546" sldId="2147483648"/>
            <pc:sldLayoutMk cId="2457729063" sldId="2147483653"/>
          </pc:sldLayoutMkLst>
          <pc:spChg chg="add mod">
            <ac:chgData name="Munuswamy Sathish" userId="56146e37-9b35-4486-9ffe-663555f98a3a" providerId="ADAL" clId="{80F1FD11-FDDA-54EE-9872-A7D4BD9747F2}" dt="2026-08-19T05:39:53.990" v="84"/>
            <ac:spMkLst>
              <pc:docMk/>
              <pc:sldMasterMk cId="566745546" sldId="2147483648"/>
              <pc:sldLayoutMk cId="2457729063" sldId="2147483653"/>
              <ac:spMk id="4" creationId="{103E387F-D7DE-4FD1-391D-82CAF5403640}"/>
            </ac:spMkLst>
          </pc:spChg>
          <pc:spChg chg="add mod">
            <ac:chgData name="Munuswamy Sathish" userId="56146e37-9b35-4486-9ffe-663555f98a3a" providerId="ADAL" clId="{80F1FD11-FDDA-54EE-9872-A7D4BD9747F2}" dt="2026-08-19T05:39:53.990" v="84"/>
            <ac:spMkLst>
              <pc:docMk/>
              <pc:sldMasterMk cId="566745546" sldId="2147483648"/>
              <pc:sldLayoutMk cId="2457729063" sldId="2147483653"/>
              <ac:spMk id="9" creationId="{CF7834AE-26DF-EF5B-6D78-7CDDE5D44167}"/>
            </ac:spMkLst>
          </pc:spChg>
          <pc:spChg chg="add mod">
            <ac:chgData name="Munuswamy Sathish" userId="56146e37-9b35-4486-9ffe-663555f98a3a" providerId="ADAL" clId="{80F1FD11-FDDA-54EE-9872-A7D4BD9747F2}" dt="2026-08-19T05:39:53.990" v="84"/>
            <ac:spMkLst>
              <pc:docMk/>
              <pc:sldMasterMk cId="566745546" sldId="2147483648"/>
              <pc:sldLayoutMk cId="2457729063" sldId="2147483653"/>
              <ac:spMk id="11" creationId="{C50F3A53-4AE7-0D2D-699B-C7C00B1EEDA8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38.739" v="80"/>
          <pc:sldLayoutMkLst>
            <pc:docMk/>
            <pc:sldMasterMk cId="566745546" sldId="2147483648"/>
            <pc:sldLayoutMk cId="2228982691" sldId="2147483654"/>
          </pc:sldLayoutMkLst>
          <pc:spChg chg="add mod">
            <ac:chgData name="Munuswamy Sathish" userId="56146e37-9b35-4486-9ffe-663555f98a3a" providerId="ADAL" clId="{80F1FD11-FDDA-54EE-9872-A7D4BD9747F2}" dt="2026-08-19T05:39:38.739" v="80"/>
            <ac:spMkLst>
              <pc:docMk/>
              <pc:sldMasterMk cId="566745546" sldId="2147483648"/>
              <pc:sldLayoutMk cId="2228982691" sldId="2147483654"/>
              <ac:spMk id="6" creationId="{B4B8749E-65F4-57F3-A07A-F141E60159A0}"/>
            </ac:spMkLst>
          </pc:spChg>
          <pc:spChg chg="add mod">
            <ac:chgData name="Munuswamy Sathish" userId="56146e37-9b35-4486-9ffe-663555f98a3a" providerId="ADAL" clId="{80F1FD11-FDDA-54EE-9872-A7D4BD9747F2}" dt="2026-08-19T05:39:38.739" v="80"/>
            <ac:spMkLst>
              <pc:docMk/>
              <pc:sldMasterMk cId="566745546" sldId="2147483648"/>
              <pc:sldLayoutMk cId="2228982691" sldId="2147483654"/>
              <ac:spMk id="8" creationId="{B4486337-8E9A-1C97-7EFD-BE42D97FDEFA}"/>
            </ac:spMkLst>
          </pc:spChg>
          <pc:spChg chg="add mod">
            <ac:chgData name="Munuswamy Sathish" userId="56146e37-9b35-4486-9ffe-663555f98a3a" providerId="ADAL" clId="{80F1FD11-FDDA-54EE-9872-A7D4BD9747F2}" dt="2026-08-19T05:39:38.739" v="80"/>
            <ac:spMkLst>
              <pc:docMk/>
              <pc:sldMasterMk cId="566745546" sldId="2147483648"/>
              <pc:sldLayoutMk cId="2228982691" sldId="2147483654"/>
              <ac:spMk id="9" creationId="{821804DB-C227-ECEC-ED0A-B3D1EC4E6437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23.848" v="76"/>
          <pc:sldLayoutMkLst>
            <pc:docMk/>
            <pc:sldMasterMk cId="566745546" sldId="2147483648"/>
            <pc:sldLayoutMk cId="2458521480" sldId="2147483675"/>
          </pc:sldLayoutMkLst>
          <pc:spChg chg="add mod">
            <ac:chgData name="Munuswamy Sathish" userId="56146e37-9b35-4486-9ffe-663555f98a3a" providerId="ADAL" clId="{80F1FD11-FDDA-54EE-9872-A7D4BD9747F2}" dt="2026-08-19T05:39:23.848" v="76"/>
            <ac:spMkLst>
              <pc:docMk/>
              <pc:sldMasterMk cId="566745546" sldId="2147483648"/>
              <pc:sldLayoutMk cId="2458521480" sldId="2147483675"/>
              <ac:spMk id="6" creationId="{77D341ED-A593-9564-4549-5D9C86769709}"/>
            </ac:spMkLst>
          </pc:spChg>
          <pc:spChg chg="add mod">
            <ac:chgData name="Munuswamy Sathish" userId="56146e37-9b35-4486-9ffe-663555f98a3a" providerId="ADAL" clId="{80F1FD11-FDDA-54EE-9872-A7D4BD9747F2}" dt="2026-08-19T05:39:23.848" v="76"/>
            <ac:spMkLst>
              <pc:docMk/>
              <pc:sldMasterMk cId="566745546" sldId="2147483648"/>
              <pc:sldLayoutMk cId="2458521480" sldId="2147483675"/>
              <ac:spMk id="9" creationId="{98730D8F-F580-7E01-3AC7-4A6822D7CE86}"/>
            </ac:spMkLst>
          </pc:spChg>
          <pc:spChg chg="add mod">
            <ac:chgData name="Munuswamy Sathish" userId="56146e37-9b35-4486-9ffe-663555f98a3a" providerId="ADAL" clId="{80F1FD11-FDDA-54EE-9872-A7D4BD9747F2}" dt="2026-08-19T05:39:23.848" v="76"/>
            <ac:spMkLst>
              <pc:docMk/>
              <pc:sldMasterMk cId="566745546" sldId="2147483648"/>
              <pc:sldLayoutMk cId="2458521480" sldId="2147483675"/>
              <ac:spMk id="10" creationId="{7DA3AAA6-7673-EEF0-C2B4-3A0117FF5C27}"/>
            </ac:spMkLst>
          </pc:spChg>
        </pc:sldLayoutChg>
      </pc:sldMasterChg>
      <pc:sldMasterChg chg="modSldLayout">
        <pc:chgData name="Munuswamy Sathish" userId="56146e37-9b35-4486-9ffe-663555f98a3a" providerId="ADAL" clId="{80F1FD11-FDDA-54EE-9872-A7D4BD9747F2}" dt="2026-08-19T10:07:40.771" v="129"/>
        <pc:sldMasterMkLst>
          <pc:docMk/>
          <pc:sldMasterMk cId="4191478342" sldId="2147483661"/>
        </pc:sldMasterMkLst>
        <pc:sldLayoutChg chg="addSp modSp">
          <pc:chgData name="Munuswamy Sathish" userId="56146e37-9b35-4486-9ffe-663555f98a3a" providerId="ADAL" clId="{80F1FD11-FDDA-54EE-9872-A7D4BD9747F2}" dt="2026-08-19T10:07:31.003" v="124"/>
          <pc:sldLayoutMkLst>
            <pc:docMk/>
            <pc:sldMasterMk cId="4191478342" sldId="2147483661"/>
            <pc:sldLayoutMk cId="3055613373" sldId="2147483662"/>
          </pc:sldLayoutMkLst>
          <pc:spChg chg="add mod">
            <ac:chgData name="Munuswamy Sathish" userId="56146e37-9b35-4486-9ffe-663555f98a3a" providerId="ADAL" clId="{80F1FD11-FDDA-54EE-9872-A7D4BD9747F2}" dt="2026-08-19T10:07:31.003" v="124"/>
            <ac:spMkLst>
              <pc:docMk/>
              <pc:sldMasterMk cId="4191478342" sldId="2147483661"/>
              <pc:sldLayoutMk cId="3055613373" sldId="2147483662"/>
              <ac:spMk id="4" creationId="{E03F6106-A17F-9AE5-AC02-62FA3BA276F6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3.813" v="125"/>
          <pc:sldLayoutMkLst>
            <pc:docMk/>
            <pc:sldMasterMk cId="4191478342" sldId="2147483661"/>
            <pc:sldLayoutMk cId="996055648" sldId="2147483668"/>
          </pc:sldLayoutMkLst>
          <pc:spChg chg="add mod">
            <ac:chgData name="Munuswamy Sathish" userId="56146e37-9b35-4486-9ffe-663555f98a3a" providerId="ADAL" clId="{80F1FD11-FDDA-54EE-9872-A7D4BD9747F2}" dt="2026-08-19T10:07:33.813" v="125"/>
            <ac:spMkLst>
              <pc:docMk/>
              <pc:sldMasterMk cId="4191478342" sldId="2147483661"/>
              <pc:sldLayoutMk cId="996055648" sldId="2147483668"/>
              <ac:spMk id="4" creationId="{18030947-61E0-B1B8-5F7F-B55E571C7BE7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5.805" v="126"/>
          <pc:sldLayoutMkLst>
            <pc:docMk/>
            <pc:sldMasterMk cId="4191478342" sldId="2147483661"/>
            <pc:sldLayoutMk cId="184634738" sldId="2147483669"/>
          </pc:sldLayoutMkLst>
          <pc:spChg chg="add mod">
            <ac:chgData name="Munuswamy Sathish" userId="56146e37-9b35-4486-9ffe-663555f98a3a" providerId="ADAL" clId="{80F1FD11-FDDA-54EE-9872-A7D4BD9747F2}" dt="2026-08-19T10:07:35.805" v="126"/>
            <ac:spMkLst>
              <pc:docMk/>
              <pc:sldMasterMk cId="4191478342" sldId="2147483661"/>
              <pc:sldLayoutMk cId="184634738" sldId="2147483669"/>
              <ac:spMk id="4" creationId="{4993C5ED-BC1A-A4B6-C3F2-3EB443FC2D70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7.345" v="127"/>
          <pc:sldLayoutMkLst>
            <pc:docMk/>
            <pc:sldMasterMk cId="4191478342" sldId="2147483661"/>
            <pc:sldLayoutMk cId="882848311" sldId="2147483670"/>
          </pc:sldLayoutMkLst>
          <pc:spChg chg="add mod">
            <ac:chgData name="Munuswamy Sathish" userId="56146e37-9b35-4486-9ffe-663555f98a3a" providerId="ADAL" clId="{80F1FD11-FDDA-54EE-9872-A7D4BD9747F2}" dt="2026-08-19T10:07:37.345" v="127"/>
            <ac:spMkLst>
              <pc:docMk/>
              <pc:sldMasterMk cId="4191478342" sldId="2147483661"/>
              <pc:sldLayoutMk cId="882848311" sldId="2147483670"/>
              <ac:spMk id="4" creationId="{3B8D2015-2819-B7D5-F3C5-0978A57C38A3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40.771" v="129"/>
          <pc:sldLayoutMkLst>
            <pc:docMk/>
            <pc:sldMasterMk cId="4191478342" sldId="2147483661"/>
            <pc:sldLayoutMk cId="160341526" sldId="2147483671"/>
          </pc:sldLayoutMkLst>
          <pc:spChg chg="add mod">
            <ac:chgData name="Munuswamy Sathish" userId="56146e37-9b35-4486-9ffe-663555f98a3a" providerId="ADAL" clId="{80F1FD11-FDDA-54EE-9872-A7D4BD9747F2}" dt="2026-08-19T10:07:40.771" v="129"/>
            <ac:spMkLst>
              <pc:docMk/>
              <pc:sldMasterMk cId="4191478342" sldId="2147483661"/>
              <pc:sldLayoutMk cId="160341526" sldId="2147483671"/>
              <ac:spMk id="4" creationId="{B09EF9B6-89DD-D538-1E5E-9DC54BCC9842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8.470" v="128"/>
          <pc:sldLayoutMkLst>
            <pc:docMk/>
            <pc:sldMasterMk cId="4191478342" sldId="2147483661"/>
            <pc:sldLayoutMk cId="2186767084" sldId="2147483672"/>
          </pc:sldLayoutMkLst>
          <pc:spChg chg="add mod">
            <ac:chgData name="Munuswamy Sathish" userId="56146e37-9b35-4486-9ffe-663555f98a3a" providerId="ADAL" clId="{80F1FD11-FDDA-54EE-9872-A7D4BD9747F2}" dt="2026-08-19T10:07:38.470" v="128"/>
            <ac:spMkLst>
              <pc:docMk/>
              <pc:sldMasterMk cId="4191478342" sldId="2147483661"/>
              <pc:sldLayoutMk cId="2186767084" sldId="2147483672"/>
              <ac:spMk id="4" creationId="{FA953583-67E8-9559-A559-FB557C760D60}"/>
            </ac:spMkLst>
          </pc:spChg>
        </pc:sldLayoutChg>
      </pc:sldMasterChg>
      <pc:sldMasterChg chg="modSldLayout">
        <pc:chgData name="Munuswamy Sathish" userId="56146e37-9b35-4486-9ffe-663555f98a3a" providerId="ADAL" clId="{80F1FD11-FDDA-54EE-9872-A7D4BD9747F2}" dt="2026-08-19T05:41:33.903" v="92" actId="14100"/>
        <pc:sldMasterMkLst>
          <pc:docMk/>
          <pc:sldMasterMk cId="871109327" sldId="2147483676"/>
        </pc:sldMasterMkLst>
        <pc:sldLayoutChg chg="delSp modSp mod">
          <pc:chgData name="Munuswamy Sathish" userId="56146e37-9b35-4486-9ffe-663555f98a3a" providerId="ADAL" clId="{80F1FD11-FDDA-54EE-9872-A7D4BD9747F2}" dt="2026-08-19T05:41:33.903" v="92" actId="14100"/>
          <pc:sldLayoutMkLst>
            <pc:docMk/>
            <pc:sldMasterMk cId="871109327" sldId="2147483657"/>
            <pc:sldLayoutMk cId="4189844640" sldId="2147483658"/>
          </pc:sldLayoutMkLst>
          <pc:spChg chg="mod">
            <ac:chgData name="Munuswamy Sathish" userId="56146e37-9b35-4486-9ffe-663555f98a3a" providerId="ADAL" clId="{80F1FD11-FDDA-54EE-9872-A7D4BD9747F2}" dt="2026-08-19T05:41:33.903" v="92" actId="14100"/>
            <ac:spMkLst>
              <pc:docMk/>
              <pc:sldMasterMk cId="871109327" sldId="2147483657"/>
              <pc:sldLayoutMk cId="4189844640" sldId="2147483658"/>
              <ac:spMk id="7" creationId="{58505E27-7250-229F-7129-7717EAAB09F6}"/>
            </ac:spMkLst>
          </pc:spChg>
        </pc:sldLayoutChg>
      </pc:sldMasterChg>
      <pc:sldMasterChg chg="modSldLayout">
        <pc:chgData name="Munuswamy Sathish" userId="56146e37-9b35-4486-9ffe-663555f98a3a" providerId="ADAL" clId="{80F1FD11-FDDA-54EE-9872-A7D4BD9747F2}" dt="2026-08-19T05:41:43.337" v="93" actId="14100"/>
        <pc:sldMasterMkLst>
          <pc:docMk/>
          <pc:sldMasterMk cId="197029974" sldId="2147483677"/>
        </pc:sldMasterMkLst>
        <pc:sldLayoutChg chg="delSp modSp mod">
          <pc:chgData name="Munuswamy Sathish" userId="56146e37-9b35-4486-9ffe-663555f98a3a" providerId="ADAL" clId="{80F1FD11-FDDA-54EE-9872-A7D4BD9747F2}" dt="2026-08-19T05:41:43.337" v="93" actId="14100"/>
          <pc:sldLayoutMkLst>
            <pc:docMk/>
            <pc:sldMasterMk cId="197029974" sldId="2147483659"/>
            <pc:sldLayoutMk cId="45658192" sldId="2147483660"/>
          </pc:sldLayoutMkLst>
          <pc:spChg chg="mod">
            <ac:chgData name="Munuswamy Sathish" userId="56146e37-9b35-4486-9ffe-663555f98a3a" providerId="ADAL" clId="{80F1FD11-FDDA-54EE-9872-A7D4BD9747F2}" dt="2026-08-19T05:41:43.337" v="93" actId="14100"/>
            <ac:spMkLst>
              <pc:docMk/>
              <pc:sldMasterMk cId="197029974" sldId="2147483659"/>
              <pc:sldLayoutMk cId="45658192" sldId="2147483660"/>
              <ac:spMk id="4" creationId="{11D59A75-78E7-3DEB-38AA-6C0E765BEC6C}"/>
            </ac:spMkLst>
          </pc:spChg>
        </pc:sldLayoutChg>
      </pc:sldMasterChg>
    </pc:docChg>
  </pc:docChgLst>
  <pc:docChgLst>
    <pc:chgData name="Francis Xavier" userId="61f623e9-e9db-467b-88c9-26319e2fef74" providerId="ADAL" clId="{861693F2-154E-58F4-B4C6-39A3CDA65E51}"/>
    <pc:docChg chg="undo custSel modSld modMainMaster">
      <pc:chgData name="Francis Xavier" userId="61f623e9-e9db-467b-88c9-26319e2fef74" providerId="ADAL" clId="{861693F2-154E-58F4-B4C6-39A3CDA65E51}" dt="2026-08-25T14:12:18.271" v="12" actId="478"/>
      <pc:docMkLst>
        <pc:docMk/>
      </pc:docMkLst>
      <pc:sldChg chg="addSp delSp modSp mod">
        <pc:chgData name="Francis Xavier" userId="61f623e9-e9db-467b-88c9-26319e2fef74" providerId="ADAL" clId="{861693F2-154E-58F4-B4C6-39A3CDA65E51}" dt="2026-08-25T14:12:07.851" v="11" actId="478"/>
        <pc:sldMkLst>
          <pc:docMk/>
          <pc:sldMk cId="2716112897" sldId="264"/>
        </pc:sldMkLst>
        <pc:spChg chg="add del mod">
          <ac:chgData name="Francis Xavier" userId="61f623e9-e9db-467b-88c9-26319e2fef74" providerId="ADAL" clId="{861693F2-154E-58F4-B4C6-39A3CDA65E51}" dt="2026-08-25T14:12:07.851" v="11" actId="478"/>
          <ac:spMkLst>
            <pc:docMk/>
            <pc:sldMk cId="2716112897" sldId="264"/>
            <ac:spMk id="3" creationId="{DAB1189F-A13E-C76E-3237-8DD2A0AE9912}"/>
          </ac:spMkLst>
        </pc:spChg>
      </pc:sldChg>
      <pc:sldMasterChg chg="modSldLayout">
        <pc:chgData name="Francis Xavier" userId="61f623e9-e9db-467b-88c9-26319e2fef74" providerId="ADAL" clId="{861693F2-154E-58F4-B4C6-39A3CDA65E51}" dt="2026-08-25T14:12:18.271" v="12" actId="478"/>
        <pc:sldMasterMkLst>
          <pc:docMk/>
          <pc:sldMasterMk cId="1538848823" sldId="2147483655"/>
        </pc:sldMasterMkLst>
        <pc:sldLayoutChg chg="delSp mod">
          <pc:chgData name="Francis Xavier" userId="61f623e9-e9db-467b-88c9-26319e2fef74" providerId="ADAL" clId="{861693F2-154E-58F4-B4C6-39A3CDA65E51}" dt="2026-08-25T14:12:18.271" v="12" actId="478"/>
          <pc:sldLayoutMkLst>
            <pc:docMk/>
            <pc:sldMasterMk cId="1538848823" sldId="2147483655"/>
            <pc:sldLayoutMk cId="767793927" sldId="214748365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992F5-916B-D541-BB33-FF2DCF44E95D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5F3A2-A1A2-3649-A9B9-0C7795EBB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6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5F3A2-A1A2-3649-A9B9-0C7795EBB1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87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Verdana"/>
                <a:ea typeface="MS PGothic"/>
              </a:rPr>
              <a:t>Complete Sentences</a:t>
            </a:r>
            <a:endParaRPr lang="en-US" i="1"/>
          </a:p>
          <a:p>
            <a:endParaRPr lang="en-US" i="1"/>
          </a:p>
          <a:p>
            <a:r>
              <a:rPr lang="en-US" i="1"/>
              <a:t>Let's review writing in complete sentences. Remember that writing in complete sentences helps you clearly convey your ideas to your readers.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Read aloud the definition of a complete sentence. Ask a student volunteer to read the example sentence aloud.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ea typeface="MS PGothic"/>
            </a:endParaRP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is the subject of the sentence: who or what is the sentence about?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(storm)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is the predicate: what is the subject doing?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 (hit on Saturday)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Direct students to write their own complete sentences about what they know about storms or a type of weather.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 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ACCESS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 Ask Guiding Questions to support students as they write sentences about what they know about storms or a type of weather.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If students do not begin writing on their own, remind them that they should be writing a sentence to tell what they know about storms or a type of weather.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Prompt students with guiding questions: 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do you know about the topic? 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is needed to make your idea a complete sentence?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Jot students' oral response on a self stick note.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Have the student write the response.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Direct the student to write another sentence, this time about a type of weather.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Call on 2–3 student volunteers to share their complete sentences.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5F3A2-A1A2-3649-A9B9-0C7795EBB1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7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Sentence Fragments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Read aloud the definition of a fragment. 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Sometimes we use fragments when we're speaking, but we use complete sentences for our writing to express complete thoughts or ideas.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Ask a student volunteer to read aloud the first example fragment.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Have students use the Turn and Talk Protocol to answer this question: 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Why are the first and second fragments not complete sentences? 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Confirm that students understand that the first fragment only has a predicate and is missing a subject (who or what); the second fragment only has a subject and is missing a predicate (what the subject is doing).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Direct students to choose one of the fragment examples and rewrite it as a complete sentence on the lines provided for number 2.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Call on 2–3 student volunteers to share their complete sentences.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5F3A2-A1A2-3649-A9B9-0C7795EBB1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57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Run-On Sentences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Read aloud the definition of a run-on sentence.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Ask a student volunteer to read aloud the example run-on sentence.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Have students use the Turn and Talk Protocol to answer this question: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Why is this sentence a run-on?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 (Sample response: This sentence is confusing because there are two sentences in a row without punctuation.)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Model for students where to add a period. Explain that adding a period after the first sentences now makes these two complete thoughts. Instruct students to add a period to the run-on sentence in the box for number 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Explain that in order to write in a way that readers understand, students must write in complete sentences. Fragments and run-ons can confuse readers and make it harder for them to understand your writing.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5F3A2-A1A2-3649-A9B9-0C7795EBB1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4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Sample Responses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5F3A2-A1A2-3649-A9B9-0C7795EBB1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14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Writing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2F77BBF-4DC1-CA17-286E-52D96AA8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43492" y="1833100"/>
            <a:ext cx="7984160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4400" b="1" i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9392C31-B614-0718-F47E-5C21F02A0A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3172" y="2575560"/>
            <a:ext cx="7990032" cy="177292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67793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Outcomes 2 Wr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29AF56B8-0362-E6A6-AE0A-2C542505B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43966" y="1780927"/>
            <a:ext cx="7252880" cy="4449484"/>
          </a:xfrm>
          <a:prstGeom prst="rect">
            <a:avLst/>
          </a:prstGeom>
        </p:spPr>
        <p:txBody>
          <a:bodyPr lIns="0" tIns="0"/>
          <a:lstStyle>
            <a:lvl1pPr marL="374904" marR="0" indent="-374904" algn="l" defTabSz="457189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99CA3D"/>
              </a:buClr>
              <a:buSzPct val="150000"/>
              <a:buFont typeface="Wingdings" pitchFamily="2" charset="2"/>
              <a:buChar char="ü"/>
              <a:tabLst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Enter text here enter text here enter text here enter text here</a:t>
            </a:r>
          </a:p>
          <a:p>
            <a:pPr lvl="0"/>
            <a:r>
              <a:rPr lang="en-US"/>
              <a:t>Enter text here enter text here enter text here enter text here</a:t>
            </a:r>
          </a:p>
          <a:p>
            <a:pPr lvl="0"/>
            <a:r>
              <a:rPr lang="en-US"/>
              <a:t>Enter text here enter text here enter text here enter text here</a:t>
            </a:r>
          </a:p>
          <a:p>
            <a:pPr lvl="0"/>
            <a:r>
              <a:rPr lang="en-US"/>
              <a:t>Enter text here enter text here enter text here enter text here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2F77BBF-4DC1-CA17-286E-52D96AA8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3966" y="1222463"/>
            <a:ext cx="7101628" cy="46977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5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In this lesson: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A43D2-01E5-38AB-C90F-069463928110}"/>
              </a:ext>
            </a:extLst>
          </p:cNvPr>
          <p:cNvSpPr txBox="1"/>
          <p:nvPr userDrawn="1"/>
        </p:nvSpPr>
        <p:spPr>
          <a:xfrm>
            <a:off x="-4982227" y="1522113"/>
            <a:ext cx="465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/>
              <a:t>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93AE32-7810-4146-2EDC-06C5809F62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21058938">
            <a:off x="8836940" y="295604"/>
            <a:ext cx="4026098" cy="4653997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8F71126-5A81-E6CD-0FE2-1F080076F54A}"/>
              </a:ext>
            </a:extLst>
          </p:cNvPr>
          <p:cNvSpPr txBox="1">
            <a:spLocks/>
          </p:cNvSpPr>
          <p:nvPr userDrawn="1"/>
        </p:nvSpPr>
        <p:spPr>
          <a:xfrm>
            <a:off x="9864155" y="1763742"/>
            <a:ext cx="2327845" cy="1549592"/>
          </a:xfrm>
          <a:prstGeom prst="rect">
            <a:avLst/>
          </a:prstGeom>
        </p:spPr>
        <p:txBody>
          <a:bodyPr/>
          <a:lstStyle>
            <a:lvl1pPr marL="342892" indent="-342892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Century Gothic"/>
                <a:ea typeface="MS PGothic" pitchFamily="34" charset="-128"/>
                <a:cs typeface="Century Gothic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spcBef>
                <a:spcPts val="1600"/>
              </a:spcBef>
              <a:buNone/>
            </a:pP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Did you meet </a:t>
            </a:r>
            <a:b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Learning </a:t>
            </a:r>
            <a:r>
              <a:rPr lang="en-US" sz="1800" kern="120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Outcomess</a:t>
            </a: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today? </a:t>
            </a:r>
          </a:p>
          <a:p>
            <a:pPr marL="3175" indent="0">
              <a:spcBef>
                <a:spcPts val="1600"/>
              </a:spcBef>
              <a:buNone/>
            </a:pP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</a:t>
            </a:r>
            <a:b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know?</a:t>
            </a:r>
          </a:p>
        </p:txBody>
      </p:sp>
      <p:sp>
        <p:nvSpPr>
          <p:cNvPr id="7" name="Title 14">
            <a:extLst>
              <a:ext uri="{FF2B5EF4-FFF2-40B4-BE49-F238E27FC236}">
                <a16:creationId xmlns:a16="http://schemas.microsoft.com/office/drawing/2014/main" id="{58505E27-7250-229F-7129-7717EAAB0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2007266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9844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Outcomes 1 Wr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29AF56B8-0362-E6A6-AE0A-2C542505B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20467" y="1791201"/>
            <a:ext cx="7334491" cy="4449484"/>
          </a:xfrm>
          <a:prstGeom prst="rect">
            <a:avLst/>
          </a:prstGeom>
        </p:spPr>
        <p:txBody>
          <a:bodyPr lIns="0" tIns="0"/>
          <a:lstStyle>
            <a:lvl1pPr marL="525780" indent="-52578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7EB9DC"/>
              </a:buClr>
              <a:buSzPct val="150000"/>
              <a:buFont typeface=".Lucida Grande UI Regular"/>
              <a:buChar char="►"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2F77BBF-4DC1-CA17-286E-52D96AA8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3966" y="1232737"/>
            <a:ext cx="7101628" cy="46977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5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In this lesson: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A43D2-01E5-38AB-C90F-069463928110}"/>
              </a:ext>
            </a:extLst>
          </p:cNvPr>
          <p:cNvSpPr txBox="1"/>
          <p:nvPr userDrawn="1"/>
        </p:nvSpPr>
        <p:spPr>
          <a:xfrm>
            <a:off x="-4982227" y="1522113"/>
            <a:ext cx="465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/>
              <a:t> </a:t>
            </a:r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11D59A75-78E7-3DEB-38AA-6C0E765BEC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2007266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658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8EB5AD8-E53B-C1C0-4EA2-CC42FCB16B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477935"/>
            <a:ext cx="7153704" cy="4449484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</a:t>
            </a:r>
            <a:r>
              <a:rPr lang="en-US" err="1"/>
              <a:t>verdana</a:t>
            </a:r>
            <a:r>
              <a:rPr lang="en-US"/>
              <a:t>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 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2317B0E-C30E-673F-2CBD-E49AF77937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907896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497311C2-3BA3-9727-C896-E2908AE8A6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395C39F-312E-3023-51E8-507699D0B4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5E2454-B235-0178-A6B5-9B686BA9E0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53F05E-27EE-786A-EF74-F52A465CC3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D7CBB68-3233-26BD-423B-6741CBB4E8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30281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8EB5AD8-E53B-C1C0-4EA2-CC42FCB16B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871116"/>
            <a:ext cx="7153704" cy="5056303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Verdana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 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</a:t>
            </a:r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EA1373A6-B005-1425-929C-3847B847F5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D3C6F20-91BA-9E94-CAB3-B199EE717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7D341ED-A593-9564-4549-5D9C867697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8730D8F-F580-7E01-3AC7-4A6822D7CE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DA3AAA6-7673-EEF0-C2B4-3A0117FF5C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45852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Number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79553247-2731-1AEC-D2B8-C0D11CFF2D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477935"/>
            <a:ext cx="7153704" cy="4449484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This is a Number list</a:t>
            </a:r>
          </a:p>
          <a:p>
            <a:pPr lvl="0"/>
            <a:r>
              <a:rPr lang="en-US"/>
              <a:t>Font is Verdana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13061D3-6CF4-55C7-8897-B00DB8878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907896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CB3FBA2A-12DF-0D77-41D7-923B0400C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E2861FAB-953A-FDD1-8090-65EE261837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E751093-2C00-445C-8E8D-113C0899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3C6C1E9-2695-B5A1-8667-09A0E2E606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34E6F14-1967-F598-067B-88F746E2E1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404466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C1F8A2D-CE15-0C61-42F3-1A4F836CEF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477935"/>
            <a:ext cx="7153704" cy="4449484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This is a Number list</a:t>
            </a:r>
          </a:p>
          <a:p>
            <a:pPr lvl="0"/>
            <a:r>
              <a:rPr lang="en-US"/>
              <a:t>Font is Verdana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280CE79D-B6BE-4DB6-4360-097A7A14B5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907896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0215FCB0-98ED-38B3-CDF3-604C4DF19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DFDAE69D-DEE0-AFE3-AA17-C5C55D9DEE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4B8749E-65F4-57F3-A07A-F141E6015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4486337-8E9A-1C97-7EFD-BE42D97FDE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821804DB-C227-ECEC-ED0A-B3D1EC4E64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22898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ist No An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AD4F3FF-7E71-2D1A-C99D-93CBFDCA69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871117"/>
            <a:ext cx="7153704" cy="3331232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4EC01AC2-53A6-FFD5-0D16-E397347C1F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D714FD7-5122-644F-694C-5D14B97ACC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46CDD-9171-7BC2-8A20-3017F082C5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3EC498-EC38-F861-2B82-40A7B6435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D9C749E-2778-B5C6-0AFA-410B1FCB2F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407534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ist With Annos An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3914672E-D783-0C47-D09F-FF465B48C0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2088" y="5006824"/>
            <a:ext cx="6770704" cy="957171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ts val="1700"/>
              </a:lnSpc>
              <a:spcBef>
                <a:spcPts val="1200"/>
              </a:spcBef>
              <a:buFont typeface="+mj-lt"/>
              <a:buNone/>
              <a:defRPr sz="1300" b="0" i="0">
                <a:solidFill>
                  <a:srgbClr val="0070C0"/>
                </a:solidFill>
                <a:latin typeface="Comic Sans MS" panose="030F0902030302020204" pitchFamily="66" charset="0"/>
              </a:defRPr>
            </a:lvl1pPr>
          </a:lstStyle>
          <a:p>
            <a:pPr lvl="0"/>
            <a:r>
              <a:rPr lang="en-US"/>
              <a:t>Answer: [insert answer prompts]. Change font for “Answer” to Century </a:t>
            </a:r>
            <a:r>
              <a:rPr lang="en-US" err="1"/>
              <a:t>Gothing</a:t>
            </a:r>
            <a:r>
              <a:rPr lang="en-US"/>
              <a:t> + bold (manual change). 13pt 17pt leading, 12pt space after.</a:t>
            </a:r>
          </a:p>
          <a:p>
            <a:pPr lvl="0"/>
            <a:r>
              <a:rPr lang="en-US"/>
              <a:t>This box adjust in height upward. </a:t>
            </a:r>
          </a:p>
          <a:p>
            <a:pPr lvl="0"/>
            <a:r>
              <a:rPr lang="en-US"/>
              <a:t>Do not overset text. </a:t>
            </a:r>
          </a:p>
          <a:p>
            <a:pPr lvl="0"/>
            <a:r>
              <a:rPr lang="en-US"/>
              <a:t>Do not make text box wider as it aligns with the question above.</a:t>
            </a:r>
          </a:p>
          <a:p>
            <a:pPr lvl="0"/>
            <a:r>
              <a:rPr lang="en-US"/>
              <a:t>Do not make font smaller</a:t>
            </a:r>
          </a:p>
          <a:p>
            <a:pPr lvl="0"/>
            <a:r>
              <a:rPr lang="en-US"/>
              <a:t>This is all the room you have for text 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5EFF46D-7BD7-0910-3216-6699B62943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871117"/>
            <a:ext cx="7153704" cy="3331232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57AC486E-F009-C24C-95AD-8BCDA5CE5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E7956CF9-4B04-C313-A613-5E62E36385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E387F-D7DE-4FD1-391D-82CAF54036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7834AE-26DF-EF5B-6D78-7CDDE5D441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50F3A53-4AE7-0D2D-699B-C7C00B1EE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45772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ED90FDD6-CA22-376E-52FC-FF2563182A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5725" y="884861"/>
            <a:ext cx="7216775" cy="4847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916B364A-8930-8989-39F4-EAFD35D7E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58F32AB-6F51-27E3-DC38-3A0FF6AB63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49E9DA9-B432-8169-0A2D-7FA7F175F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51FB6-09E2-E98B-3718-6F6AE46816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27EEB31A-D29D-27DB-FF2D-B4A1169585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74398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A-hd with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E900C87-D37C-2072-64B1-81C433FA8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745059"/>
            <a:ext cx="7153704" cy="4449484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This is a Number list</a:t>
            </a:r>
          </a:p>
          <a:p>
            <a:pPr lvl="0"/>
            <a:r>
              <a:rPr lang="en-US"/>
              <a:t>Font is Verdana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0D3E02F-388E-EAE5-255D-592573A55A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1175020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F5F48B49-31AC-D98C-D5B8-CCF5FFCC1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28187AE4-3B73-99D6-289C-20394EE745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03F6106-A17F-9AE5-AC02-62FA3BA276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3055613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A-hd with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B6E3F34-F251-6A97-68D4-6EABD4188F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89088" y="1745060"/>
            <a:ext cx="7153704" cy="4449484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</a:t>
            </a:r>
            <a:r>
              <a:rPr lang="en-US" err="1"/>
              <a:t>verdana</a:t>
            </a:r>
            <a:r>
              <a:rPr lang="en-US"/>
              <a:t>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645BA33-BED6-679D-4CCC-F2D5719A50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89497" y="1175021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C7E10617-7F16-AF90-D7EF-9B76E8DD0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62389149-6432-79DD-6099-7979358A5D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8030947-61E0-B1B8-5F7F-B55E571C7B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996055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B6E3F34-F251-6A97-68D4-6EABD4188F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89088" y="1284270"/>
            <a:ext cx="7153704" cy="4910274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Verdana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 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1D1691DF-E680-788E-2197-E53CE60EF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22B42E2D-6BB6-50F9-79C9-F880F0E2C6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93C5ED-BC1A-A4B6-C3F2-3EB443FC2D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18463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A-h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645BA33-BED6-679D-4CCC-F2D5719A50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89497" y="1175021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480F0C35-C682-FFA9-0BE4-666DB25D5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019E10B0-BE3E-4951-02F0-FCCCC15757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B8D2015-2819-B7D5-F3C5-0978A57C38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882848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Number List With Annos An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1C613037-2D14-FD58-2F58-4910BE6CD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9088" y="1150855"/>
            <a:ext cx="7153704" cy="1446859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85D38BF-04C1-2BC1-5264-43A595FDB6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2088" y="5263674"/>
            <a:ext cx="6770704" cy="957171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ts val="1700"/>
              </a:lnSpc>
              <a:spcBef>
                <a:spcPts val="1200"/>
              </a:spcBef>
              <a:buFont typeface="+mj-lt"/>
              <a:buNone/>
              <a:defRPr sz="1300" b="0" i="0">
                <a:solidFill>
                  <a:srgbClr val="0070C0"/>
                </a:solidFill>
                <a:latin typeface="Comic Sans MS" panose="030F0902030302020204" pitchFamily="66" charset="0"/>
              </a:defRPr>
            </a:lvl1pPr>
          </a:lstStyle>
          <a:p>
            <a:pPr lvl="0"/>
            <a:r>
              <a:rPr lang="en-US"/>
              <a:t>Answer: [insert answer prompts]. Change font for “Answer” to Century </a:t>
            </a:r>
            <a:r>
              <a:rPr lang="en-US" err="1"/>
              <a:t>Gothing</a:t>
            </a:r>
            <a:r>
              <a:rPr lang="en-US"/>
              <a:t> + bold (manual change). 13pt 17pt leading, 12pt space after.</a:t>
            </a:r>
          </a:p>
          <a:p>
            <a:pPr lvl="0"/>
            <a:r>
              <a:rPr lang="en-US"/>
              <a:t>This box adjust in height upward. </a:t>
            </a:r>
          </a:p>
          <a:p>
            <a:pPr lvl="0"/>
            <a:r>
              <a:rPr lang="en-US"/>
              <a:t>Do not overset text. </a:t>
            </a:r>
          </a:p>
          <a:p>
            <a:pPr lvl="0"/>
            <a:r>
              <a:rPr lang="en-US"/>
              <a:t>Do not make text box wider as it aligns with the question above.</a:t>
            </a:r>
          </a:p>
          <a:p>
            <a:pPr lvl="0"/>
            <a:r>
              <a:rPr lang="en-US"/>
              <a:t>Do not make font smaller</a:t>
            </a:r>
          </a:p>
          <a:p>
            <a:pPr lvl="0"/>
            <a:r>
              <a:rPr lang="en-US"/>
              <a:t>This is all the room you have for text 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AC3352C4-1A19-BDF6-B79A-0CE226F943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4BD6CE2F-06B3-2918-9F6D-554F5C6B8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A953583-67E8-9559-A559-FB557C760D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186767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BBD4AF64-687D-341D-3526-1443CA27F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5725" y="1234183"/>
            <a:ext cx="7216775" cy="4847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ED022BFF-1CFC-C5B2-A5B2-20D1868475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9334D4B-4B02-EBBE-76F1-571DD5C4F1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09EF9B6-89DD-D538-1E5E-9DC54BCC98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16034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33C81-EAF4-71F5-59C6-5B53C603EF81}"/>
              </a:ext>
            </a:extLst>
          </p:cNvPr>
          <p:cNvSpPr/>
          <p:nvPr userDrawn="1"/>
        </p:nvSpPr>
        <p:spPr>
          <a:xfrm>
            <a:off x="1859280" y="1229360"/>
            <a:ext cx="8392160" cy="5415279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027F4-83F5-9B24-9167-5124D10068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4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D326E-5D31-F9BB-CD8D-694DC93D32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" y="3886"/>
            <a:ext cx="12185904" cy="6850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38004-0EC6-F03E-96DE-6710897470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5186" r="5186"/>
          <a:stretch/>
        </p:blipFill>
        <p:spPr>
          <a:xfrm>
            <a:off x="638005" y="251647"/>
            <a:ext cx="1091598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AC2D78-2876-1953-ECC6-05DFB64662D6}"/>
              </a:ext>
            </a:extLst>
          </p:cNvPr>
          <p:cNvSpPr/>
          <p:nvPr userDrawn="1"/>
        </p:nvSpPr>
        <p:spPr>
          <a:xfrm>
            <a:off x="2141316" y="1187871"/>
            <a:ext cx="7879844" cy="5055693"/>
          </a:xfrm>
          <a:prstGeom prst="rect">
            <a:avLst/>
          </a:prstGeom>
          <a:solidFill>
            <a:schemeClr val="bg1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Verdan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25444-1A8D-E118-81B0-C8D906C33C46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0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26497-C289-B546-AAF2-D2B0836A80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" y="3886"/>
            <a:ext cx="12185904" cy="6850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ED358-83D5-6CE7-9D87-03583351F2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5186" r="5186"/>
          <a:stretch/>
        </p:blipFill>
        <p:spPr>
          <a:xfrm>
            <a:off x="638005" y="251647"/>
            <a:ext cx="1091598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DBAA7DC-228B-5B55-23CB-52A2ED2C1DE4}"/>
              </a:ext>
            </a:extLst>
          </p:cNvPr>
          <p:cNvSpPr/>
          <p:nvPr userDrawn="1"/>
        </p:nvSpPr>
        <p:spPr>
          <a:xfrm>
            <a:off x="2141316" y="1187871"/>
            <a:ext cx="7879844" cy="5055693"/>
          </a:xfrm>
          <a:prstGeom prst="rect">
            <a:avLst/>
          </a:prstGeom>
          <a:solidFill>
            <a:schemeClr val="bg1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FA7744-1870-D268-1059-65A7C9721675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414F8B-9D95-2849-1111-B217167EE7D1}"/>
              </a:ext>
            </a:extLst>
          </p:cNvPr>
          <p:cNvSpPr/>
          <p:nvPr userDrawn="1"/>
        </p:nvSpPr>
        <p:spPr>
          <a:xfrm>
            <a:off x="10145594" y="194164"/>
            <a:ext cx="2046406" cy="6858000"/>
          </a:xfrm>
          <a:prstGeom prst="rect">
            <a:avLst/>
          </a:prstGeom>
          <a:solidFill>
            <a:srgbClr val="E7E6E6">
              <a:alpha val="545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91849-E67B-6DCC-A7E5-01F055EFEE9C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4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5" r:id="rId2"/>
    <p:sldLayoutId id="2147483651" r:id="rId3"/>
    <p:sldLayoutId id="2147483654" r:id="rId4"/>
    <p:sldLayoutId id="2147483652" r:id="rId5"/>
    <p:sldLayoutId id="2147483653" r:id="rId6"/>
    <p:sldLayoutId id="214748364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B6F209-FE18-F1C3-10C8-0BAB60ACCA08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1E2AD-522A-A2E6-45F6-A49B982999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51"/>
          <a:stretch>
            <a:fillRect/>
          </a:stretch>
        </p:blipFill>
        <p:spPr>
          <a:xfrm>
            <a:off x="3048" y="590308"/>
            <a:ext cx="12185904" cy="62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7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  <p:sldLayoutId id="2147483669" r:id="rId3"/>
    <p:sldLayoutId id="2147483670" r:id="rId4"/>
    <p:sldLayoutId id="2147483672" r:id="rId5"/>
    <p:sldLayoutId id="2147483671" r:id="rId6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9.jpe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9.jpe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90269-49F6-AAA6-E250-D8C5490E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161EA5D-96EB-DA70-B3DA-EF5E22138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43492" y="1833100"/>
            <a:ext cx="7081308" cy="570039"/>
          </a:xfrm>
        </p:spPr>
        <p:txBody>
          <a:bodyPr/>
          <a:lstStyle/>
          <a:p>
            <a:r>
              <a:rPr lang="en-US"/>
              <a:t>Develop Language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A114065-8FF2-E8C1-2B4E-C5151BA843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3172" y="2575560"/>
            <a:ext cx="10178428" cy="1772920"/>
          </a:xfrm>
        </p:spPr>
        <p:txBody>
          <a:bodyPr/>
          <a:lstStyle/>
          <a:p>
            <a:r>
              <a:rPr lang="en-US" sz="4700"/>
              <a:t>Complete Sentences, Fragments,</a:t>
            </a:r>
            <a:r>
              <a:rPr lang="en-US" sz="4700" spc="-300"/>
              <a:t> </a:t>
            </a:r>
            <a:r>
              <a:rPr lang="en-US" sz="4700"/>
              <a:t>and</a:t>
            </a:r>
            <a:r>
              <a:rPr lang="en-US" sz="4700" spc="-300"/>
              <a:t> </a:t>
            </a:r>
            <a:r>
              <a:rPr lang="en-US" sz="4700"/>
              <a:t>Run-Ons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1189F-A13E-C76E-3237-8DD2A0AE9912}"/>
              </a:ext>
            </a:extLst>
          </p:cNvPr>
          <p:cNvSpPr txBox="1"/>
          <p:nvPr/>
        </p:nvSpPr>
        <p:spPr>
          <a:xfrm>
            <a:off x="2227006" y="309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1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00F1D0-4F34-332E-ED0A-E689923F64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004" y="874020"/>
            <a:ext cx="2167128" cy="3016210"/>
          </a:xfrm>
        </p:spPr>
        <p:txBody>
          <a:bodyPr/>
          <a:lstStyle/>
          <a:p>
            <a:r>
              <a:rPr lang="en-US"/>
              <a:t>Collaborate</a:t>
            </a:r>
          </a:p>
          <a:p>
            <a:pPr lvl="1"/>
            <a:r>
              <a:rPr lang="en-US"/>
              <a:t>What is the subject of the sentence?</a:t>
            </a:r>
          </a:p>
          <a:p>
            <a:pPr lvl="1"/>
            <a:r>
              <a:rPr lang="en-US"/>
              <a:t>What is the predicate?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Write a complete sentence about what you know about storms.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91D0A3-0A51-4462-EEEA-97E19EAA0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59732" y="852829"/>
            <a:ext cx="1777264" cy="559127"/>
          </a:xfrm>
        </p:spPr>
        <p:txBody>
          <a:bodyPr/>
          <a:lstStyle/>
          <a:p>
            <a:r>
              <a:rPr lang="en-US"/>
              <a:t>Learning Outcomes</a:t>
            </a:r>
          </a:p>
          <a:p>
            <a:pPr lvl="1"/>
            <a:r>
              <a:rPr lang="en-US"/>
              <a:t>I will write a complete sentence.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309248B-D19A-67BF-BAC0-E778D5AD020D}"/>
              </a:ext>
            </a:extLst>
          </p:cNvPr>
          <p:cNvSpPr txBox="1">
            <a:spLocks/>
          </p:cNvSpPr>
          <p:nvPr/>
        </p:nvSpPr>
        <p:spPr>
          <a:xfrm>
            <a:off x="2625725" y="884861"/>
            <a:ext cx="7153704" cy="5700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Verdana"/>
                <a:ea typeface="MS PGothic"/>
              </a:rPr>
              <a:t>What is a complete sentence?</a:t>
            </a:r>
          </a:p>
        </p:txBody>
      </p:sp>
      <p:pic>
        <p:nvPicPr>
          <p:cNvPr id="17" name="Picture 16" descr="A close-up of a sentence&#10;&#10;AI-generated content may be incorrect.">
            <a:extLst>
              <a:ext uri="{FF2B5EF4-FFF2-40B4-BE49-F238E27FC236}">
                <a16:creationId xmlns:a16="http://schemas.microsoft.com/office/drawing/2014/main" id="{8BE5C92E-4870-FA96-EF8E-5510CBC69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3" t="16173" r="59077" b="28136"/>
          <a:stretch>
            <a:fillRect/>
          </a:stretch>
        </p:blipFill>
        <p:spPr>
          <a:xfrm>
            <a:off x="4592052" y="1604870"/>
            <a:ext cx="3007895" cy="2935959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6DE0A2-CE0D-BE49-80E5-BC82B23CB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999" y="4581807"/>
            <a:ext cx="5842000" cy="1155700"/>
          </a:xfrm>
          <a:prstGeom prst="rect">
            <a:avLst/>
          </a:prstGeom>
        </p:spPr>
      </p:pic>
      <p:pic>
        <p:nvPicPr>
          <p:cNvPr id="21" name="Picture 8">
            <a:extLst>
              <a:ext uri="{FF2B5EF4-FFF2-40B4-BE49-F238E27FC236}">
                <a16:creationId xmlns:a16="http://schemas.microsoft.com/office/drawing/2014/main" id="{03AEAE18-4CE6-2B9C-F50A-01068CC05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88" y="2406355"/>
            <a:ext cx="459080" cy="54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82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746C-E77D-370B-83D2-04A6802F9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92DAB5-E4CC-971E-7D3A-D28769039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004" y="874020"/>
            <a:ext cx="2167128" cy="3447098"/>
          </a:xfrm>
        </p:spPr>
        <p:txBody>
          <a:bodyPr/>
          <a:lstStyle/>
          <a:p>
            <a:r>
              <a:rPr lang="en-US"/>
              <a:t>Collaborate</a:t>
            </a:r>
          </a:p>
          <a:p>
            <a:pPr lvl="1"/>
            <a:endParaRPr lang="en-US"/>
          </a:p>
          <a:p>
            <a:pPr lvl="1"/>
            <a:r>
              <a:rPr lang="en-US"/>
              <a:t>Why are the first and second fragments not complete sentences?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Choose one fragment and write it as a complete sentence.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AB39C9-CC40-8021-5114-21B8BDC8A9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59732" y="852829"/>
            <a:ext cx="1777264" cy="1703030"/>
          </a:xfrm>
        </p:spPr>
        <p:txBody>
          <a:bodyPr/>
          <a:lstStyle/>
          <a:p>
            <a:r>
              <a:rPr lang="en-US"/>
              <a:t>Learning Outcomes</a:t>
            </a:r>
          </a:p>
          <a:p>
            <a:pPr lvl="1"/>
            <a:r>
              <a:rPr lang="en-US"/>
              <a:t>I will rewrite a fragment as a complete sentence.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>
                <a:solidFill>
                  <a:srgbClr val="0070C0"/>
                </a:solidFill>
              </a:rPr>
              <a:t>Sometimes we use fragments when speaking, but we use complete sentences in writing. 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93961C2-6DCA-FE01-87B5-E009E319802A}"/>
              </a:ext>
            </a:extLst>
          </p:cNvPr>
          <p:cNvSpPr txBox="1">
            <a:spLocks/>
          </p:cNvSpPr>
          <p:nvPr/>
        </p:nvSpPr>
        <p:spPr>
          <a:xfrm>
            <a:off x="2625725" y="884861"/>
            <a:ext cx="7153704" cy="5700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Verdana"/>
                <a:ea typeface="MS PGothic"/>
              </a:rPr>
              <a:t>What is a sentence fragment?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AF9CCF0F-39AA-6A07-C099-089E76628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72" y="2763498"/>
            <a:ext cx="459080" cy="54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A17B6A-29C9-0A1F-67DD-198199359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682" y="4424349"/>
            <a:ext cx="6032500" cy="13081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1DB997-328B-7739-0E86-0DB7B43B4F8A}"/>
              </a:ext>
            </a:extLst>
          </p:cNvPr>
          <p:cNvGrpSpPr/>
          <p:nvPr/>
        </p:nvGrpSpPr>
        <p:grpSpPr>
          <a:xfrm>
            <a:off x="4870117" y="1490258"/>
            <a:ext cx="2841631" cy="2934091"/>
            <a:chOff x="4377316" y="1912769"/>
            <a:chExt cx="2841631" cy="2934091"/>
          </a:xfrm>
        </p:grpSpPr>
        <p:pic>
          <p:nvPicPr>
            <p:cNvPr id="4" name="Picture 3" descr="A close-up of a sentence&#10;&#10;AI-generated content may be incorrect.">
              <a:extLst>
                <a:ext uri="{FF2B5EF4-FFF2-40B4-BE49-F238E27FC236}">
                  <a16:creationId xmlns:a16="http://schemas.microsoft.com/office/drawing/2014/main" id="{CD2761C5-B116-F657-C7F6-75E4D3A17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14" t="22112" r="86322" b="28047"/>
            <a:stretch>
              <a:fillRect/>
            </a:stretch>
          </p:blipFill>
          <p:spPr>
            <a:xfrm>
              <a:off x="4377316" y="2219302"/>
              <a:ext cx="898778" cy="2627558"/>
            </a:xfrm>
            <a:prstGeom prst="rect">
              <a:avLst/>
            </a:prstGeom>
          </p:spPr>
        </p:pic>
        <p:pic>
          <p:nvPicPr>
            <p:cNvPr id="5" name="Picture 4" descr="A close-up of a sentence&#10;&#10;AI-generated content may be incorrect.">
              <a:extLst>
                <a:ext uri="{FF2B5EF4-FFF2-40B4-BE49-F238E27FC236}">
                  <a16:creationId xmlns:a16="http://schemas.microsoft.com/office/drawing/2014/main" id="{4A7DE9A5-1066-FECD-FB97-311E1E63E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0613" t="16173" r="34000" b="28171"/>
            <a:stretch>
              <a:fillRect/>
            </a:stretch>
          </p:blipFill>
          <p:spPr>
            <a:xfrm>
              <a:off x="5245768" y="1912769"/>
              <a:ext cx="1973179" cy="2934091"/>
            </a:xfrm>
            <a:prstGeom prst="rect">
              <a:avLst/>
            </a:prstGeom>
          </p:spPr>
        </p:pic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665A01CA-9C6E-2632-CE77-556AD0219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88" y="1169880"/>
            <a:ext cx="6477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9ACAE59-A898-ABA7-5B72-8035E1991B23}"/>
              </a:ext>
            </a:extLst>
          </p:cNvPr>
          <p:cNvSpPr txBox="1">
            <a:spLocks/>
          </p:cNvSpPr>
          <p:nvPr/>
        </p:nvSpPr>
        <p:spPr>
          <a:xfrm>
            <a:off x="155004" y="5577381"/>
            <a:ext cx="2167128" cy="1097736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Turn and Talk</a:t>
            </a:r>
          </a:p>
          <a:p>
            <a:pPr lvl="1"/>
            <a:r>
              <a:rPr lang="en-US"/>
              <a:t>Listen</a:t>
            </a:r>
          </a:p>
          <a:p>
            <a:pPr lvl="1"/>
            <a:r>
              <a:rPr lang="en-US"/>
              <a:t>Think</a:t>
            </a:r>
          </a:p>
          <a:p>
            <a:pPr lvl="1"/>
            <a:r>
              <a:rPr lang="en-US"/>
              <a:t>Turn</a:t>
            </a:r>
          </a:p>
          <a:p>
            <a:pPr lvl="1"/>
            <a:r>
              <a:rPr lang="en-US"/>
              <a:t>Talk</a:t>
            </a:r>
          </a:p>
        </p:txBody>
      </p:sp>
    </p:spTree>
    <p:extLst>
      <p:ext uri="{BB962C8B-B14F-4D97-AF65-F5344CB8AC3E}">
        <p14:creationId xmlns:p14="http://schemas.microsoft.com/office/powerpoint/2010/main" val="86813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A730-9355-D23B-9CA5-0AF3015C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2F3547-D47D-D5ED-2DF6-3175366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004" y="874020"/>
            <a:ext cx="2167128" cy="1277273"/>
          </a:xfrm>
        </p:spPr>
        <p:txBody>
          <a:bodyPr/>
          <a:lstStyle/>
          <a:p>
            <a:r>
              <a:rPr lang="en-US"/>
              <a:t>Collaborate</a:t>
            </a:r>
          </a:p>
          <a:p>
            <a:pPr lvl="1"/>
            <a:endParaRPr lang="en-US"/>
          </a:p>
          <a:p>
            <a:pPr lvl="1"/>
            <a:r>
              <a:rPr lang="en-US"/>
              <a:t>Why is this sentence a run-on?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3760DF-2504-EF59-7B8D-F5C8A5F8F4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59732" y="852829"/>
            <a:ext cx="1777264" cy="1892826"/>
          </a:xfrm>
        </p:spPr>
        <p:txBody>
          <a:bodyPr/>
          <a:lstStyle/>
          <a:p>
            <a:r>
              <a:rPr lang="en-US"/>
              <a:t>Learning Outcomes</a:t>
            </a:r>
          </a:p>
          <a:p>
            <a:pPr lvl="1"/>
            <a:r>
              <a:rPr lang="en-US"/>
              <a:t>I will rewrite a run-on sentence as complete sentences.</a:t>
            </a:r>
          </a:p>
          <a:p>
            <a:pPr lvl="2"/>
            <a:r>
              <a:rPr lang="en-US"/>
              <a:t>Teach</a:t>
            </a:r>
          </a:p>
          <a:p>
            <a:pPr lvl="4"/>
            <a:r>
              <a:rPr lang="en-US" i="1">
                <a:solidFill>
                  <a:srgbClr val="0070C0"/>
                </a:solidFill>
              </a:rPr>
              <a:t>Decide where to add a period to make two complete sentences. </a:t>
            </a:r>
          </a:p>
          <a:p>
            <a:pPr lvl="4"/>
            <a:r>
              <a:rPr lang="en-US"/>
              <a:t>             See notes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5854BC4-309B-40EE-3C52-A9FFD71DC1B0}"/>
              </a:ext>
            </a:extLst>
          </p:cNvPr>
          <p:cNvSpPr txBox="1">
            <a:spLocks/>
          </p:cNvSpPr>
          <p:nvPr/>
        </p:nvSpPr>
        <p:spPr>
          <a:xfrm>
            <a:off x="2625725" y="884861"/>
            <a:ext cx="7153704" cy="5700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Verdana"/>
                <a:ea typeface="MS PGothic"/>
              </a:rPr>
              <a:t>What is a run-on sentence?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75127A3-381A-01CE-FB4A-1F8664D37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88" y="1169880"/>
            <a:ext cx="6477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B9F9083-43B4-20F7-6272-F8A769298B1D}"/>
              </a:ext>
            </a:extLst>
          </p:cNvPr>
          <p:cNvSpPr txBox="1">
            <a:spLocks/>
          </p:cNvSpPr>
          <p:nvPr/>
        </p:nvSpPr>
        <p:spPr>
          <a:xfrm>
            <a:off x="155004" y="5577381"/>
            <a:ext cx="2167128" cy="1097736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Turn and Talk</a:t>
            </a:r>
          </a:p>
          <a:p>
            <a:pPr lvl="1"/>
            <a:r>
              <a:rPr lang="en-US"/>
              <a:t>Listen</a:t>
            </a:r>
          </a:p>
          <a:p>
            <a:pPr lvl="1"/>
            <a:r>
              <a:rPr lang="en-US"/>
              <a:t>Think</a:t>
            </a:r>
          </a:p>
          <a:p>
            <a:pPr lvl="1"/>
            <a:r>
              <a:rPr lang="en-US"/>
              <a:t>Turn</a:t>
            </a:r>
          </a:p>
          <a:p>
            <a:pPr lvl="1"/>
            <a:r>
              <a:rPr lang="en-US"/>
              <a:t>Talk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0BCBD3-E129-DC25-55FE-8F5080737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234" y="4183869"/>
            <a:ext cx="5077532" cy="155566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A3D006-C08C-ACE6-5D8B-4E624EF98EB9}"/>
              </a:ext>
            </a:extLst>
          </p:cNvPr>
          <p:cNvGrpSpPr/>
          <p:nvPr/>
        </p:nvGrpSpPr>
        <p:grpSpPr>
          <a:xfrm>
            <a:off x="4538111" y="1454900"/>
            <a:ext cx="3115778" cy="2707702"/>
            <a:chOff x="4353252" y="1883124"/>
            <a:chExt cx="3418646" cy="2970903"/>
          </a:xfrm>
        </p:grpSpPr>
        <p:pic>
          <p:nvPicPr>
            <p:cNvPr id="13" name="Picture 12" descr="A close-up of a sentence&#10;&#10;AI-generated content may be incorrect.">
              <a:extLst>
                <a:ext uri="{FF2B5EF4-FFF2-40B4-BE49-F238E27FC236}">
                  <a16:creationId xmlns:a16="http://schemas.microsoft.com/office/drawing/2014/main" id="{D106618A-14C8-2CF3-EACE-16B5458AD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14" t="22495" r="86452" b="27570"/>
            <a:stretch>
              <a:fillRect/>
            </a:stretch>
          </p:blipFill>
          <p:spPr>
            <a:xfrm>
              <a:off x="4353252" y="2215482"/>
              <a:ext cx="888673" cy="2632435"/>
            </a:xfrm>
            <a:prstGeom prst="rect">
              <a:avLst/>
            </a:prstGeom>
          </p:spPr>
        </p:pic>
        <p:pic>
          <p:nvPicPr>
            <p:cNvPr id="14" name="Picture 13" descr="A close-up of a sentence&#10;&#10;AI-generated content may be incorrect.">
              <a:extLst>
                <a:ext uri="{FF2B5EF4-FFF2-40B4-BE49-F238E27FC236}">
                  <a16:creationId xmlns:a16="http://schemas.microsoft.com/office/drawing/2014/main" id="{C576CA08-7321-C5E8-F215-3DFE60856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5895" t="16174" r="1337" b="27474"/>
            <a:stretch>
              <a:fillRect/>
            </a:stretch>
          </p:blipFill>
          <p:spPr>
            <a:xfrm>
              <a:off x="5225101" y="1883124"/>
              <a:ext cx="2546797" cy="2970903"/>
            </a:xfrm>
            <a:prstGeom prst="rect">
              <a:avLst/>
            </a:prstGeom>
          </p:spPr>
        </p:pic>
      </p:grpSp>
      <p:pic>
        <p:nvPicPr>
          <p:cNvPr id="15" name="Picture 14" descr="A blue and black logo&#10;&#10;Description automatically generated">
            <a:extLst>
              <a:ext uri="{FF2B5EF4-FFF2-40B4-BE49-F238E27FC236}">
                <a16:creationId xmlns:a16="http://schemas.microsoft.com/office/drawing/2014/main" id="{ECDB856A-3CF7-65EE-D578-8572C4365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0775" y="2525182"/>
            <a:ext cx="514642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8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test&#10;&#10;AI-generated content may be incorrect.">
            <a:extLst>
              <a:ext uri="{FF2B5EF4-FFF2-40B4-BE49-F238E27FC236}">
                <a16:creationId xmlns:a16="http://schemas.microsoft.com/office/drawing/2014/main" id="{132BEB71-1F8F-E41A-DC25-8DD1C7997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315" y="986207"/>
            <a:ext cx="7680504" cy="5387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8B6293-5DEC-7462-5A2D-261667427C38}"/>
              </a:ext>
            </a:extLst>
          </p:cNvPr>
          <p:cNvSpPr txBox="1"/>
          <p:nvPr/>
        </p:nvSpPr>
        <p:spPr>
          <a:xfrm>
            <a:off x="2843502" y="1422270"/>
            <a:ext cx="4333532" cy="37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Comic Sans MS" panose="030F0902030302020204" pitchFamily="66" charset="0"/>
              </a:rPr>
              <a:t>Storms can be very dangerous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7BFAD-77F8-9694-6264-8844809EB225}"/>
              </a:ext>
            </a:extLst>
          </p:cNvPr>
          <p:cNvSpPr txBox="1"/>
          <p:nvPr/>
        </p:nvSpPr>
        <p:spPr>
          <a:xfrm>
            <a:off x="2843502" y="2969991"/>
            <a:ext cx="6762188" cy="37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Comic Sans MS" panose="030F0902030302020204" pitchFamily="66" charset="0"/>
              </a:rPr>
              <a:t>Winds over 60 miles an hour blew over the tree.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E6069-DE18-A627-5B25-04D32A957616}"/>
              </a:ext>
            </a:extLst>
          </p:cNvPr>
          <p:cNvSpPr txBox="1"/>
          <p:nvPr/>
        </p:nvSpPr>
        <p:spPr>
          <a:xfrm>
            <a:off x="2843502" y="4988349"/>
            <a:ext cx="7096129" cy="880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0070C0"/>
                </a:solidFill>
                <a:latin typeface="Comic Sans MS" panose="030F0902030302020204" pitchFamily="66" charset="0"/>
              </a:rPr>
              <a:t>I went to the store. I bought batteries because I 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70C0"/>
                </a:solidFill>
                <a:latin typeface="Comic Sans MS" panose="030F0902030302020204" pitchFamily="66" charset="0"/>
              </a:rPr>
              <a:t>was worried the power would go out. </a:t>
            </a:r>
          </a:p>
        </p:txBody>
      </p:sp>
    </p:spTree>
    <p:extLst>
      <p:ext uri="{BB962C8B-B14F-4D97-AF65-F5344CB8AC3E}">
        <p14:creationId xmlns:p14="http://schemas.microsoft.com/office/powerpoint/2010/main" val="122295179"/>
      </p:ext>
    </p:extLst>
  </p:cSld>
  <p:clrMapOvr>
    <a:masterClrMapping/>
  </p:clrMapOvr>
</p:sld>
</file>

<file path=ppt/theme/theme1.xml><?xml version="1.0" encoding="utf-8"?>
<a:theme xmlns:a="http://schemas.openxmlformats.org/drawingml/2006/main" name="G2-5 Writing Opening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2.xml><?xml version="1.0" encoding="utf-8"?>
<a:theme xmlns:a="http://schemas.openxmlformats.org/drawingml/2006/main" name="G2-5 Writing Learning Outcome 2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3.xml><?xml version="1.0" encoding="utf-8"?>
<a:theme xmlns:a="http://schemas.openxmlformats.org/drawingml/2006/main" name="G2-5 Writing Learning Outcome 1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4.xml><?xml version="1.0" encoding="utf-8"?>
<a:theme xmlns:a="http://schemas.openxmlformats.org/drawingml/2006/main" name="Grades 2-5 Writing Master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G2-5 Sample Modeling Writing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A81958DC084408AFBF0B55E9068CD" ma:contentTypeVersion="20" ma:contentTypeDescription="Create a new document." ma:contentTypeScope="" ma:versionID="a8d42d133a2a4c95f6d7a30aa9c9cbe9">
  <xsd:schema xmlns:xsd="http://www.w3.org/2001/XMLSchema" xmlns:xs="http://www.w3.org/2001/XMLSchema" xmlns:p="http://schemas.microsoft.com/office/2006/metadata/properties" xmlns:ns1="http://schemas.microsoft.com/sharepoint/v3" xmlns:ns2="3fcecda0-f7b9-4a9a-a09e-07393f62047f" xmlns:ns3="9c81ec0d-aa0c-4e87-adae-19f56cc640e9" targetNamespace="http://schemas.microsoft.com/office/2006/metadata/properties" ma:root="true" ma:fieldsID="e39fedf35a187910032fad5ac990d89a" ns1:_="" ns2:_="" ns3:_="">
    <xsd:import namespace="http://schemas.microsoft.com/sharepoint/v3"/>
    <xsd:import namespace="3fcecda0-f7b9-4a9a-a09e-07393f62047f"/>
    <xsd:import namespace="9c81ec0d-aa0c-4e87-adae-19f56cc64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Notes" minOccurs="0"/>
                <xsd:element ref="ns2:_Flow_SignoffStatu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ecda0-f7b9-4a9a-a09e-07393f620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154e35-e49a-408d-8a82-f57d87caa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3" nillable="true" ma:displayName="Notes" ma:description="Write notes about the contents of the folder" ma:format="Dropdown" ma:internalName="Notes">
      <xsd:simpleType>
        <xsd:restriction base="dms:Note">
          <xsd:maxLength value="255"/>
        </xsd:restriction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1ec0d-aa0c-4e87-adae-19f56cc640e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e63a6ad-23bc-4a1b-a877-372b4fb1bb7f}" ma:internalName="TaxCatchAll" ma:showField="CatchAllData" ma:web="9c81ec0d-aa0c-4e87-adae-19f56cc640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 / Materials Called For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81ec0d-aa0c-4e87-adae-19f56cc640e9" xsi:nil="true"/>
    <lcf76f155ced4ddcb4097134ff3c332f xmlns="3fcecda0-f7b9-4a9a-a09e-07393f62047f">
      <Terms xmlns="http://schemas.microsoft.com/office/infopath/2007/PartnerControls"/>
    </lcf76f155ced4ddcb4097134ff3c332f>
    <_ip_UnifiedCompliancePolicyUIAction xmlns="http://schemas.microsoft.com/sharepoint/v3" xsi:nil="true"/>
    <Notes xmlns="3fcecda0-f7b9-4a9a-a09e-07393f62047f" xsi:nil="true"/>
    <_Flow_SignoffStatus xmlns="3fcecda0-f7b9-4a9a-a09e-07393f62047f" xsi:nil="true"/>
    <_ip_UnifiedCompliancePolicyProperties xmlns="http://schemas.microsoft.com/sharepoint/v3" xsi:nil="true"/>
    <MediaLengthInSeconds xmlns="3fcecda0-f7b9-4a9a-a09e-07393f62047f" xsi:nil="true"/>
    <SharedWithUsers xmlns="9c81ec0d-aa0c-4e87-adae-19f56cc640e9">
      <UserInfo>
        <DisplayName>Stephanie Seemann</DisplayName>
        <AccountId>425</AccountId>
        <AccountType/>
      </UserInfo>
      <UserInfo>
        <DisplayName>Barbara Andrews</DisplayName>
        <AccountId>278</AccountId>
        <AccountType/>
      </UserInfo>
      <UserInfo>
        <DisplayName>Shauna Williams</DisplayName>
        <AccountId>153</AccountId>
        <AccountType/>
      </UserInfo>
      <UserInfo>
        <DisplayName>Maria Campanario</DisplayName>
        <AccountId>4242</AccountId>
        <AccountType/>
      </UserInfo>
      <UserInfo>
        <DisplayName>Kimberli Kern</DisplayName>
        <AccountId>289</AccountId>
        <AccountType/>
      </UserInfo>
      <UserInfo>
        <DisplayName>Daniel Pai 白峻豪</DisplayName>
        <AccountId>39133</AccountId>
        <AccountType/>
      </UserInfo>
      <UserInfo>
        <DisplayName>Faith Hinkle</DisplayName>
        <AccountId>38275</AccountId>
        <AccountType/>
      </UserInfo>
      <UserInfo>
        <DisplayName>Liz Cheong</DisplayName>
        <AccountId>251</AccountId>
        <AccountType/>
      </UserInfo>
      <UserInfo>
        <DisplayName>Zahid Khokhar</DisplayName>
        <AccountId>51230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217D4DE-4B65-4542-831F-2989C3DA5254}">
  <ds:schemaRefs>
    <ds:schemaRef ds:uri="3fcecda0-f7b9-4a9a-a09e-07393f62047f"/>
    <ds:schemaRef ds:uri="9c81ec0d-aa0c-4e87-adae-19f56cc640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EC064D9-FCDD-4EC9-8AF2-839F2C5AD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0FF80-F1BE-4D8A-B3FA-5B6DCDC3932F}">
  <ds:schemaRefs>
    <ds:schemaRef ds:uri="3fcecda0-f7b9-4a9a-a09e-07393f62047f"/>
    <ds:schemaRef ds:uri="9c81ec0d-aa0c-4e87-adae-19f56cc640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G2-5 Writing Opening Slide</vt:lpstr>
      <vt:lpstr>G2-5 Writing Learning Outcome 2</vt:lpstr>
      <vt:lpstr>G2-5 Writing Learning Outcome 1</vt:lpstr>
      <vt:lpstr>Grades 2-5 Writing Master Layout</vt:lpstr>
      <vt:lpstr>G2-5 Sample Modeling Writing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Reiser</dc:creator>
  <cp:revision>1</cp:revision>
  <dcterms:created xsi:type="dcterms:W3CDTF">2026-07-01T17:06:04Z</dcterms:created>
  <dcterms:modified xsi:type="dcterms:W3CDTF">2026-09-03T16:44:13Z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0x010100D7AA81958DC084408AFBF0B55E9068CD</vt:lpwstr>
  </property>
  <property fmtid="{D5CDD505-2E9C-101B-9397-08002B2CF9AE}" pid="3" name="MediaServiceImageTags">
    <vt:lpwstr/>
  </property>
  <property fmtid="{D5CDD505-2E9C-101B-9397-08002B2CF9AE}" pid="4" name="Order">
    <vt:r8>11883400</vt:r8>
  </property>
  <property fmtid="{D5CDD505-2E9C-101B-9397-08002B2CF9AE}" pid="5" name="ComplianceAssetId">
    <vt:lpwstr/>
  </property>
  <property fmtid="{D5CDD505-2E9C-101B-9397-08002B2CF9AE}" pid="6" name="WistiaLink">
    <vt:lpwstr>, </vt:lpwstr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