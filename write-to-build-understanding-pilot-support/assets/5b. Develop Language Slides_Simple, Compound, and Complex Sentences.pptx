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5" r:id="rId4"/>
    <p:sldMasterId id="2147483657" r:id="rId5"/>
    <p:sldMasterId id="2147483659" r:id="rId6"/>
    <p:sldMasterId id="2147483648" r:id="rId7"/>
    <p:sldMasterId id="2147483661" r:id="rId8"/>
  </p:sldMasterIdLst>
  <p:notesMasterIdLst>
    <p:notesMasterId r:id="rId13"/>
  </p:notesMasterIdLst>
  <p:sldIdLst>
    <p:sldId id="264" r:id="rId9"/>
    <p:sldId id="269" r:id="rId10"/>
    <p:sldId id="275" r:id="rId11"/>
    <p:sldId id="27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EB9DC"/>
    <a:srgbClr val="813384"/>
    <a:srgbClr val="2AB295"/>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79BE8C-8D99-0B4B-A9AA-A9984C00F21E}" v="28" dt="2026-09-03T16:45:14.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2.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na Triantafillis" userId="4aecc5f4-7143-4b46-b8b6-f9cd3163dfab" providerId="ADAL" clId="{98F04E9E-6093-5F2D-A502-3311D62928B5}"/>
    <pc:docChg chg="undo custSel modSld modMainMaster">
      <pc:chgData name="Christina Triantafillis" userId="4aecc5f4-7143-4b46-b8b6-f9cd3163dfab" providerId="ADAL" clId="{98F04E9E-6093-5F2D-A502-3311D62928B5}" dt="2026-09-03T16:45:14.653" v="28" actId="255"/>
      <pc:docMkLst>
        <pc:docMk/>
      </pc:docMkLst>
      <pc:sldChg chg="addSp delSp modSp mod chgLayout">
        <pc:chgData name="Christina Triantafillis" userId="4aecc5f4-7143-4b46-b8b6-f9cd3163dfab" providerId="ADAL" clId="{98F04E9E-6093-5F2D-A502-3311D62928B5}" dt="2026-09-03T16:45:14.653" v="28" actId="255"/>
        <pc:sldMkLst>
          <pc:docMk/>
          <pc:sldMk cId="2716112897" sldId="264"/>
        </pc:sldMkLst>
        <pc:spChg chg="add del mod">
          <ac:chgData name="Christina Triantafillis" userId="4aecc5f4-7143-4b46-b8b6-f9cd3163dfab" providerId="ADAL" clId="{98F04E9E-6093-5F2D-A502-3311D62928B5}" dt="2026-09-03T16:41:48.273" v="6" actId="6264"/>
          <ac:spMkLst>
            <pc:docMk/>
            <pc:sldMk cId="2716112897" sldId="264"/>
            <ac:spMk id="2" creationId="{8C0877D2-A3FB-97CF-43B1-7A610B902C76}"/>
          </ac:spMkLst>
        </pc:spChg>
        <pc:spChg chg="add del mod">
          <ac:chgData name="Christina Triantafillis" userId="4aecc5f4-7143-4b46-b8b6-f9cd3163dfab" providerId="ADAL" clId="{98F04E9E-6093-5F2D-A502-3311D62928B5}" dt="2026-09-03T16:41:48.273" v="6" actId="6264"/>
          <ac:spMkLst>
            <pc:docMk/>
            <pc:sldMk cId="2716112897" sldId="264"/>
            <ac:spMk id="3" creationId="{F8B74B37-EBB6-BA99-B128-9FB3AD248149}"/>
          </ac:spMkLst>
        </pc:spChg>
        <pc:spChg chg="add del mod">
          <ac:chgData name="Christina Triantafillis" userId="4aecc5f4-7143-4b46-b8b6-f9cd3163dfab" providerId="ADAL" clId="{98F04E9E-6093-5F2D-A502-3311D62928B5}" dt="2026-09-03T16:41:49.486" v="7" actId="6264"/>
          <ac:spMkLst>
            <pc:docMk/>
            <pc:sldMk cId="2716112897" sldId="264"/>
            <ac:spMk id="4" creationId="{45E2E7E1-E832-5C6F-C05D-61E58D455C82}"/>
          </ac:spMkLst>
        </pc:spChg>
        <pc:spChg chg="add del mod">
          <ac:chgData name="Christina Triantafillis" userId="4aecc5f4-7143-4b46-b8b6-f9cd3163dfab" providerId="ADAL" clId="{98F04E9E-6093-5F2D-A502-3311D62928B5}" dt="2026-09-03T16:41:49.486" v="7" actId="6264"/>
          <ac:spMkLst>
            <pc:docMk/>
            <pc:sldMk cId="2716112897" sldId="264"/>
            <ac:spMk id="5" creationId="{E8AB096E-C916-D85D-7F1C-32EB7D8D7610}"/>
          </ac:spMkLst>
        </pc:spChg>
        <pc:spChg chg="add del mod">
          <ac:chgData name="Christina Triantafillis" userId="4aecc5f4-7143-4b46-b8b6-f9cd3163dfab" providerId="ADAL" clId="{98F04E9E-6093-5F2D-A502-3311D62928B5}" dt="2026-09-03T16:44:29.245" v="15" actId="6264"/>
          <ac:spMkLst>
            <pc:docMk/>
            <pc:sldMk cId="2716112897" sldId="264"/>
            <ac:spMk id="6" creationId="{6442916F-CBA3-83AD-A4DB-6048EC05B6A8}"/>
          </ac:spMkLst>
        </pc:spChg>
        <pc:spChg chg="add del mod">
          <ac:chgData name="Christina Triantafillis" userId="4aecc5f4-7143-4b46-b8b6-f9cd3163dfab" providerId="ADAL" clId="{98F04E9E-6093-5F2D-A502-3311D62928B5}" dt="2026-09-03T16:44:29.245" v="15" actId="6264"/>
          <ac:spMkLst>
            <pc:docMk/>
            <pc:sldMk cId="2716112897" sldId="264"/>
            <ac:spMk id="7" creationId="{1318B5B1-58A9-A6BB-C3D4-8EB7DA98F7EF}"/>
          </ac:spMkLst>
        </pc:spChg>
        <pc:spChg chg="mod ord">
          <ac:chgData name="Christina Triantafillis" userId="4aecc5f4-7143-4b46-b8b6-f9cd3163dfab" providerId="ADAL" clId="{98F04E9E-6093-5F2D-A502-3311D62928B5}" dt="2026-09-03T16:44:29.245" v="15" actId="6264"/>
          <ac:spMkLst>
            <pc:docMk/>
            <pc:sldMk cId="2716112897" sldId="264"/>
            <ac:spMk id="25" creationId="{2161EA5D-96EB-DA70-B3DA-EF5E22138614}"/>
          </ac:spMkLst>
        </pc:spChg>
        <pc:spChg chg="mod ord">
          <ac:chgData name="Christina Triantafillis" userId="4aecc5f4-7143-4b46-b8b6-f9cd3163dfab" providerId="ADAL" clId="{98F04E9E-6093-5F2D-A502-3311D62928B5}" dt="2026-09-03T16:45:14.653" v="28" actId="255"/>
          <ac:spMkLst>
            <pc:docMk/>
            <pc:sldMk cId="2716112897" sldId="264"/>
            <ac:spMk id="28" creationId="{2A114065-8FF2-E8C1-2B4E-C5151BA84389}"/>
          </ac:spMkLst>
        </pc:spChg>
      </pc:sldChg>
      <pc:sldChg chg="modSp">
        <pc:chgData name="Christina Triantafillis" userId="4aecc5f4-7143-4b46-b8b6-f9cd3163dfab" providerId="ADAL" clId="{98F04E9E-6093-5F2D-A502-3311D62928B5}" dt="2026-08-27T15:46:36.424" v="0"/>
        <pc:sldMkLst>
          <pc:docMk/>
          <pc:sldMk cId="1890829512" sldId="269"/>
        </pc:sldMkLst>
        <pc:spChg chg="mod">
          <ac:chgData name="Christina Triantafillis" userId="4aecc5f4-7143-4b46-b8b6-f9cd3163dfab" providerId="ADAL" clId="{98F04E9E-6093-5F2D-A502-3311D62928B5}" dt="2026-08-27T15:46:36.424" v="0"/>
          <ac:spMkLst>
            <pc:docMk/>
            <pc:sldMk cId="1890829512" sldId="269"/>
            <ac:spMk id="4" creationId="{C9936C4A-86CE-AC44-7715-4673D50A0B71}"/>
          </ac:spMkLst>
        </pc:spChg>
      </pc:sldChg>
      <pc:sldChg chg="modSp">
        <pc:chgData name="Christina Triantafillis" userId="4aecc5f4-7143-4b46-b8b6-f9cd3163dfab" providerId="ADAL" clId="{98F04E9E-6093-5F2D-A502-3311D62928B5}" dt="2026-08-27T15:46:36.424" v="0"/>
        <pc:sldMkLst>
          <pc:docMk/>
          <pc:sldMk cId="564427522" sldId="275"/>
        </pc:sldMkLst>
        <pc:spChg chg="mod">
          <ac:chgData name="Christina Triantafillis" userId="4aecc5f4-7143-4b46-b8b6-f9cd3163dfab" providerId="ADAL" clId="{98F04E9E-6093-5F2D-A502-3311D62928B5}" dt="2026-08-27T15:46:36.424" v="0"/>
          <ac:spMkLst>
            <pc:docMk/>
            <pc:sldMk cId="564427522" sldId="275"/>
            <ac:spMk id="4" creationId="{A57401E1-2706-070C-AB79-09A7A50067F1}"/>
          </ac:spMkLst>
        </pc:spChg>
      </pc:sldChg>
      <pc:sldChg chg="modSp">
        <pc:chgData name="Christina Triantafillis" userId="4aecc5f4-7143-4b46-b8b6-f9cd3163dfab" providerId="ADAL" clId="{98F04E9E-6093-5F2D-A502-3311D62928B5}" dt="2026-08-27T15:46:36.424" v="0"/>
        <pc:sldMkLst>
          <pc:docMk/>
          <pc:sldMk cId="2521791984" sldId="276"/>
        </pc:sldMkLst>
        <pc:spChg chg="mod">
          <ac:chgData name="Christina Triantafillis" userId="4aecc5f4-7143-4b46-b8b6-f9cd3163dfab" providerId="ADAL" clId="{98F04E9E-6093-5F2D-A502-3311D62928B5}" dt="2026-08-27T15:46:36.424" v="0"/>
          <ac:spMkLst>
            <pc:docMk/>
            <pc:sldMk cId="2521791984" sldId="276"/>
            <ac:spMk id="4" creationId="{D19F70D5-DF8A-4955-C922-36B8B6EFF0BD}"/>
          </ac:spMkLst>
        </pc:spChg>
      </pc:sldChg>
      <pc:sldMasterChg chg="modSldLayout">
        <pc:chgData name="Christina Triantafillis" userId="4aecc5f4-7143-4b46-b8b6-f9cd3163dfab" providerId="ADAL" clId="{98F04E9E-6093-5F2D-A502-3311D62928B5}" dt="2026-09-03T16:41:45.587" v="5" actId="478"/>
        <pc:sldMasterMkLst>
          <pc:docMk/>
          <pc:sldMasterMk cId="1538848823" sldId="2147483655"/>
        </pc:sldMasterMkLst>
        <pc:sldLayoutChg chg="delSp modSp mod">
          <pc:chgData name="Christina Triantafillis" userId="4aecc5f4-7143-4b46-b8b6-f9cd3163dfab" providerId="ADAL" clId="{98F04E9E-6093-5F2D-A502-3311D62928B5}" dt="2026-09-03T16:41:45.587" v="5" actId="478"/>
          <pc:sldLayoutMkLst>
            <pc:docMk/>
            <pc:sldMasterMk cId="1538848823" sldId="2147483655"/>
            <pc:sldLayoutMk cId="767793927" sldId="2147483656"/>
          </pc:sldLayoutMkLst>
          <pc:spChg chg="del">
            <ac:chgData name="Christina Triantafillis" userId="4aecc5f4-7143-4b46-b8b6-f9cd3163dfab" providerId="ADAL" clId="{98F04E9E-6093-5F2D-A502-3311D62928B5}" dt="2026-09-03T16:41:45.587" v="5" actId="478"/>
            <ac:spMkLst>
              <pc:docMk/>
              <pc:sldMasterMk cId="1538848823" sldId="2147483655"/>
              <pc:sldLayoutMk cId="767793927" sldId="2147483656"/>
              <ac:spMk id="3" creationId="{C17CB001-9558-ABB7-E6C0-B4C24B03A19E}"/>
            </ac:spMkLst>
          </pc:spChg>
          <pc:spChg chg="mod">
            <ac:chgData name="Christina Triantafillis" userId="4aecc5f4-7143-4b46-b8b6-f9cd3163dfab" providerId="ADAL" clId="{98F04E9E-6093-5F2D-A502-3311D62928B5}" dt="2026-09-03T16:41:43.784" v="4" actId="14100"/>
            <ac:spMkLst>
              <pc:docMk/>
              <pc:sldMasterMk cId="1538848823" sldId="2147483655"/>
              <pc:sldLayoutMk cId="767793927" sldId="2147483656"/>
              <ac:spMk id="8" creationId="{D2F77BBF-4DC1-CA17-286E-52D96AA84315}"/>
            </ac:spMkLst>
          </pc:spChg>
          <pc:spChg chg="mod">
            <ac:chgData name="Christina Triantafillis" userId="4aecc5f4-7143-4b46-b8b6-f9cd3163dfab" providerId="ADAL" clId="{98F04E9E-6093-5F2D-A502-3311D62928B5}" dt="2026-09-03T16:41:43.784" v="4" actId="14100"/>
            <ac:spMkLst>
              <pc:docMk/>
              <pc:sldMasterMk cId="1538848823" sldId="2147483655"/>
              <pc:sldLayoutMk cId="767793927" sldId="2147483656"/>
              <ac:spMk id="10" creationId="{09392C31-B614-0718-F47E-5C21F02A0A48}"/>
            </ac:spMkLst>
          </pc:spChg>
          <pc:spChg chg="del mod">
            <ac:chgData name="Christina Triantafillis" userId="4aecc5f4-7143-4b46-b8b6-f9cd3163dfab" providerId="ADAL" clId="{98F04E9E-6093-5F2D-A502-3311D62928B5}" dt="2026-09-03T16:41:35.481" v="2" actId="478"/>
            <ac:spMkLst>
              <pc:docMk/>
              <pc:sldMasterMk cId="1538848823" sldId="2147483655"/>
              <pc:sldLayoutMk cId="767793927" sldId="2147483656"/>
              <ac:spMk id="13" creationId="{145E5C46-2A7C-865D-907A-1B8055604AD9}"/>
            </ac:spMkLst>
          </pc:spChg>
          <pc:spChg chg="del">
            <ac:chgData name="Christina Triantafillis" userId="4aecc5f4-7143-4b46-b8b6-f9cd3163dfab" providerId="ADAL" clId="{98F04E9E-6093-5F2D-A502-3311D62928B5}" dt="2026-09-03T16:41:45.587" v="5" actId="478"/>
            <ac:spMkLst>
              <pc:docMk/>
              <pc:sldMasterMk cId="1538848823" sldId="2147483655"/>
              <pc:sldLayoutMk cId="767793927" sldId="2147483656"/>
              <ac:spMk id="19" creationId="{3CDB554C-48E5-C00D-0551-6082EF13EBC5}"/>
            </ac:spMkLst>
          </pc:spChg>
        </pc:sldLayoutChg>
      </pc:sldMasterChg>
      <pc:sldMasterChg chg="modSldLayout">
        <pc:chgData name="Christina Triantafillis" userId="4aecc5f4-7143-4b46-b8b6-f9cd3163dfab" providerId="ADAL" clId="{98F04E9E-6093-5F2D-A502-3311D62928B5}" dt="2026-08-27T15:46:36.424" v="0"/>
        <pc:sldMasterMkLst>
          <pc:docMk/>
          <pc:sldMasterMk cId="871109327" sldId="2147483657"/>
        </pc:sldMasterMkLst>
        <pc:sldLayoutChg chg="modSp">
          <pc:chgData name="Christina Triantafillis" userId="4aecc5f4-7143-4b46-b8b6-f9cd3163dfab" providerId="ADAL" clId="{98F04E9E-6093-5F2D-A502-3311D62928B5}" dt="2026-08-27T15:46:36.424" v="0"/>
          <pc:sldLayoutMkLst>
            <pc:docMk/>
            <pc:sldMasterMk cId="871109327" sldId="2147483657"/>
            <pc:sldLayoutMk cId="4189844640" sldId="2147483658"/>
          </pc:sldLayoutMkLst>
          <pc:spChg chg="mod">
            <ac:chgData name="Christina Triantafillis" userId="4aecc5f4-7143-4b46-b8b6-f9cd3163dfab" providerId="ADAL" clId="{98F04E9E-6093-5F2D-A502-3311D62928B5}" dt="2026-08-27T15:46:36.424" v="0"/>
            <ac:spMkLst>
              <pc:docMk/>
              <pc:sldMasterMk cId="871109327" sldId="2147483657"/>
              <pc:sldLayoutMk cId="4189844640" sldId="2147483658"/>
              <ac:spMk id="4" creationId="{E8F71126-5A81-E6CD-0FE2-1F080076F54A}"/>
            </ac:spMkLst>
          </pc:spChg>
        </pc:sldLayoutChg>
      </pc:sldMasterChg>
    </pc:docChg>
  </pc:docChgLst>
  <pc:docChgLst>
    <pc:chgData name="Munuswamy Sathish" userId="56146e37-9b35-4486-9ffe-663555f98a3a" providerId="ADAL" clId="{80F1FD11-FDDA-54EE-9872-A7D4BD9747F2}"/>
    <pc:docChg chg="custSel modSld modMainMaster">
      <pc:chgData name="Munuswamy Sathish" userId="56146e37-9b35-4486-9ffe-663555f98a3a" providerId="ADAL" clId="{80F1FD11-FDDA-54EE-9872-A7D4BD9747F2}" dt="2026-08-19T10:07:40.771" v="129"/>
      <pc:docMkLst>
        <pc:docMk/>
      </pc:docMkLst>
      <pc:sldChg chg="addSp delSp modSp mod chgLayout">
        <pc:chgData name="Munuswamy Sathish" userId="56146e37-9b35-4486-9ffe-663555f98a3a" providerId="ADAL" clId="{80F1FD11-FDDA-54EE-9872-A7D4BD9747F2}" dt="2026-08-19T05:46:25.711" v="114" actId="113"/>
        <pc:sldMkLst>
          <pc:docMk/>
          <pc:sldMk cId="1890829512" sldId="269"/>
        </pc:sldMkLst>
        <pc:spChg chg="add mod ord">
          <ac:chgData name="Munuswamy Sathish" userId="56146e37-9b35-4486-9ffe-663555f98a3a" providerId="ADAL" clId="{80F1FD11-FDDA-54EE-9872-A7D4BD9747F2}" dt="2026-08-10T09:16:58.219" v="14" actId="700"/>
          <ac:spMkLst>
            <pc:docMk/>
            <pc:sldMk cId="1890829512" sldId="269"/>
            <ac:spMk id="3" creationId="{4A23EE8C-270B-9692-F093-B54957CBBCAF}"/>
          </ac:spMkLst>
        </pc:spChg>
        <pc:spChg chg="add mod ord">
          <ac:chgData name="Munuswamy Sathish" userId="56146e37-9b35-4486-9ffe-663555f98a3a" providerId="ADAL" clId="{80F1FD11-FDDA-54EE-9872-A7D4BD9747F2}" dt="2026-08-10T09:16:58.219" v="14" actId="700"/>
          <ac:spMkLst>
            <pc:docMk/>
            <pc:sldMk cId="1890829512" sldId="269"/>
            <ac:spMk id="4" creationId="{C9936C4A-86CE-AC44-7715-4673D50A0B71}"/>
          </ac:spMkLst>
        </pc:spChg>
        <pc:spChg chg="add mod ord">
          <ac:chgData name="Munuswamy Sathish" userId="56146e37-9b35-4486-9ffe-663555f98a3a" providerId="ADAL" clId="{80F1FD11-FDDA-54EE-9872-A7D4BD9747F2}" dt="2026-08-10T09:16:58.219" v="14" actId="700"/>
          <ac:spMkLst>
            <pc:docMk/>
            <pc:sldMk cId="1890829512" sldId="269"/>
            <ac:spMk id="7" creationId="{A454877D-0CC9-D1B9-8922-634F080BF7B4}"/>
          </ac:spMkLst>
        </pc:spChg>
      </pc:sldChg>
      <pc:sldMasterChg chg="modSldLayout">
        <pc:chgData name="Munuswamy Sathish" userId="56146e37-9b35-4486-9ffe-663555f98a3a" providerId="ADAL" clId="{80F1FD11-FDDA-54EE-9872-A7D4BD9747F2}" dt="2026-08-19T05:40:02.632" v="86"/>
        <pc:sldMasterMkLst>
          <pc:docMk/>
          <pc:sldMasterMk cId="566745546" sldId="2147483648"/>
        </pc:sldMasterMkLst>
        <pc:sldLayoutChg chg="addSp delSp modSp mod">
          <pc:chgData name="Munuswamy Sathish" userId="56146e37-9b35-4486-9ffe-663555f98a3a" providerId="ADAL" clId="{80F1FD11-FDDA-54EE-9872-A7D4BD9747F2}" dt="2026-08-19T05:40:02.632" v="86"/>
          <pc:sldLayoutMkLst>
            <pc:docMk/>
            <pc:sldMasterMk cId="566745546" sldId="2147483648"/>
            <pc:sldLayoutMk cId="743988116" sldId="2147483649"/>
          </pc:sldLayoutMkLst>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6" creationId="{249E9DA9-B432-8169-0A2D-7FA7F175FA8E}"/>
            </ac:spMkLst>
          </pc:spChg>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8" creationId="{F6151FB6-09E2-E98B-3718-6F6AE4681614}"/>
            </ac:spMkLst>
          </pc:spChg>
          <pc:spChg chg="add mod">
            <ac:chgData name="Munuswamy Sathish" userId="56146e37-9b35-4486-9ffe-663555f98a3a" providerId="ADAL" clId="{80F1FD11-FDDA-54EE-9872-A7D4BD9747F2}" dt="2026-08-19T05:40:02.632" v="86"/>
            <ac:spMkLst>
              <pc:docMk/>
              <pc:sldMasterMk cId="566745546" sldId="2147483648"/>
              <pc:sldLayoutMk cId="743988116" sldId="2147483649"/>
              <ac:spMk id="9" creationId="{27EEB31A-D29D-27DB-FF2D-B4A116958547}"/>
            </ac:spMkLst>
          </pc:spChg>
        </pc:sldLayoutChg>
        <pc:sldLayoutChg chg="addSp delSp modSp mod">
          <pc:chgData name="Munuswamy Sathish" userId="56146e37-9b35-4486-9ffe-663555f98a3a" providerId="ADAL" clId="{80F1FD11-FDDA-54EE-9872-A7D4BD9747F2}" dt="2026-08-19T05:39:11.740" v="74" actId="20577"/>
          <pc:sldLayoutMkLst>
            <pc:docMk/>
            <pc:sldMasterMk cId="566745546" sldId="2147483648"/>
            <pc:sldLayoutMk cId="2302813638" sldId="2147483650"/>
          </pc:sldLayoutMkLst>
          <pc:spChg chg="add mod">
            <ac:chgData name="Munuswamy Sathish" userId="56146e37-9b35-4486-9ffe-663555f98a3a" providerId="ADAL" clId="{80F1FD11-FDDA-54EE-9872-A7D4BD9747F2}" dt="2026-08-19T05:39:02.193" v="57" actId="20577"/>
            <ac:spMkLst>
              <pc:docMk/>
              <pc:sldMasterMk cId="566745546" sldId="2147483648"/>
              <pc:sldLayoutMk cId="2302813638" sldId="2147483650"/>
              <ac:spMk id="4" creationId="{0D7CBB68-3233-26BD-423B-6741CBB4E86E}"/>
            </ac:spMkLst>
          </pc:spChg>
          <pc:spChg chg="mod">
            <ac:chgData name="Munuswamy Sathish" userId="56146e37-9b35-4486-9ffe-663555f98a3a" providerId="ADAL" clId="{80F1FD11-FDDA-54EE-9872-A7D4BD9747F2}" dt="2026-08-19T05:38:51.003" v="39" actId="20577"/>
            <ac:spMkLst>
              <pc:docMk/>
              <pc:sldMasterMk cId="566745546" sldId="2147483648"/>
              <pc:sldLayoutMk cId="2302813638" sldId="2147483650"/>
              <ac:spMk id="8" creationId="{515E2454-B235-0178-A6B5-9B686BA9E058}"/>
            </ac:spMkLst>
          </pc:spChg>
          <pc:spChg chg="mod">
            <ac:chgData name="Munuswamy Sathish" userId="56146e37-9b35-4486-9ffe-663555f98a3a" providerId="ADAL" clId="{80F1FD11-FDDA-54EE-9872-A7D4BD9747F2}" dt="2026-08-19T05:39:11.740" v="74" actId="20577"/>
            <ac:spMkLst>
              <pc:docMk/>
              <pc:sldMasterMk cId="566745546" sldId="2147483648"/>
              <pc:sldLayoutMk cId="2302813638" sldId="2147483650"/>
              <ac:spMk id="9" creationId="{2453F05E-27EE-786A-EF74-F52A465CC33C}"/>
            </ac:spMkLst>
          </pc:spChg>
        </pc:sldLayoutChg>
        <pc:sldLayoutChg chg="addSp delSp modSp mod">
          <pc:chgData name="Munuswamy Sathish" userId="56146e37-9b35-4486-9ffe-663555f98a3a" providerId="ADAL" clId="{80F1FD11-FDDA-54EE-9872-A7D4BD9747F2}" dt="2026-08-19T05:39:31.128" v="78"/>
          <pc:sldLayoutMkLst>
            <pc:docMk/>
            <pc:sldMasterMk cId="566745546" sldId="2147483648"/>
            <pc:sldLayoutMk cId="4044661659" sldId="2147483651"/>
          </pc:sldLayoutMkLst>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6" creationId="{4E751093-2C00-445C-8E8D-113C08992DE2}"/>
            </ac:spMkLst>
          </pc:spChg>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8" creationId="{03C6C1E9-2695-B5A1-8667-09A0E2E6068F}"/>
            </ac:spMkLst>
          </pc:spChg>
          <pc:spChg chg="add mod">
            <ac:chgData name="Munuswamy Sathish" userId="56146e37-9b35-4486-9ffe-663555f98a3a" providerId="ADAL" clId="{80F1FD11-FDDA-54EE-9872-A7D4BD9747F2}" dt="2026-08-19T05:39:31.128" v="78"/>
            <ac:spMkLst>
              <pc:docMk/>
              <pc:sldMasterMk cId="566745546" sldId="2147483648"/>
              <pc:sldLayoutMk cId="4044661659" sldId="2147483651"/>
              <ac:spMk id="9" creationId="{634E6F14-1967-F598-067B-88F746E2E16D}"/>
            </ac:spMkLst>
          </pc:spChg>
        </pc:sldLayoutChg>
        <pc:sldLayoutChg chg="addSp delSp modSp mod">
          <pc:chgData name="Munuswamy Sathish" userId="56146e37-9b35-4486-9ffe-663555f98a3a" providerId="ADAL" clId="{80F1FD11-FDDA-54EE-9872-A7D4BD9747F2}" dt="2026-08-19T05:39:46.893" v="82"/>
          <pc:sldLayoutMkLst>
            <pc:docMk/>
            <pc:sldMasterMk cId="566745546" sldId="2147483648"/>
            <pc:sldLayoutMk cId="4075346905" sldId="2147483652"/>
          </pc:sldLayoutMkLst>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4" creationId="{35946CDD-9171-7BC2-8A20-3017F082C5AA}"/>
            </ac:spMkLst>
          </pc:spChg>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8" creationId="{E63EC498-EC38-F861-2B82-40A7B6435B96}"/>
            </ac:spMkLst>
          </pc:spChg>
          <pc:spChg chg="add mod">
            <ac:chgData name="Munuswamy Sathish" userId="56146e37-9b35-4486-9ffe-663555f98a3a" providerId="ADAL" clId="{80F1FD11-FDDA-54EE-9872-A7D4BD9747F2}" dt="2026-08-19T05:39:46.893" v="82"/>
            <ac:spMkLst>
              <pc:docMk/>
              <pc:sldMasterMk cId="566745546" sldId="2147483648"/>
              <pc:sldLayoutMk cId="4075346905" sldId="2147483652"/>
              <ac:spMk id="10" creationId="{0D9C749E-2778-B5C6-0AFA-410B1FCB2F7A}"/>
            </ac:spMkLst>
          </pc:spChg>
        </pc:sldLayoutChg>
        <pc:sldLayoutChg chg="addSp delSp modSp mod">
          <pc:chgData name="Munuswamy Sathish" userId="56146e37-9b35-4486-9ffe-663555f98a3a" providerId="ADAL" clId="{80F1FD11-FDDA-54EE-9872-A7D4BD9747F2}" dt="2026-08-19T05:39:53.990" v="84"/>
          <pc:sldLayoutMkLst>
            <pc:docMk/>
            <pc:sldMasterMk cId="566745546" sldId="2147483648"/>
            <pc:sldLayoutMk cId="2457729063" sldId="2147483653"/>
          </pc:sldLayoutMkLst>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4" creationId="{103E387F-D7DE-4FD1-391D-82CAF5403640}"/>
            </ac:spMkLst>
          </pc:spChg>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9" creationId="{CF7834AE-26DF-EF5B-6D78-7CDDE5D44167}"/>
            </ac:spMkLst>
          </pc:spChg>
          <pc:spChg chg="add mod">
            <ac:chgData name="Munuswamy Sathish" userId="56146e37-9b35-4486-9ffe-663555f98a3a" providerId="ADAL" clId="{80F1FD11-FDDA-54EE-9872-A7D4BD9747F2}" dt="2026-08-19T05:39:53.990" v="84"/>
            <ac:spMkLst>
              <pc:docMk/>
              <pc:sldMasterMk cId="566745546" sldId="2147483648"/>
              <pc:sldLayoutMk cId="2457729063" sldId="2147483653"/>
              <ac:spMk id="11" creationId="{C50F3A53-4AE7-0D2D-699B-C7C00B1EEDA8}"/>
            </ac:spMkLst>
          </pc:spChg>
        </pc:sldLayoutChg>
        <pc:sldLayoutChg chg="addSp delSp modSp mod">
          <pc:chgData name="Munuswamy Sathish" userId="56146e37-9b35-4486-9ffe-663555f98a3a" providerId="ADAL" clId="{80F1FD11-FDDA-54EE-9872-A7D4BD9747F2}" dt="2026-08-19T05:39:38.739" v="80"/>
          <pc:sldLayoutMkLst>
            <pc:docMk/>
            <pc:sldMasterMk cId="566745546" sldId="2147483648"/>
            <pc:sldLayoutMk cId="2228982691" sldId="2147483654"/>
          </pc:sldLayoutMkLst>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6" creationId="{B4B8749E-65F4-57F3-A07A-F141E60159A0}"/>
            </ac:spMkLst>
          </pc:spChg>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8" creationId="{B4486337-8E9A-1C97-7EFD-BE42D97FDEFA}"/>
            </ac:spMkLst>
          </pc:spChg>
          <pc:spChg chg="add mod">
            <ac:chgData name="Munuswamy Sathish" userId="56146e37-9b35-4486-9ffe-663555f98a3a" providerId="ADAL" clId="{80F1FD11-FDDA-54EE-9872-A7D4BD9747F2}" dt="2026-08-19T05:39:38.739" v="80"/>
            <ac:spMkLst>
              <pc:docMk/>
              <pc:sldMasterMk cId="566745546" sldId="2147483648"/>
              <pc:sldLayoutMk cId="2228982691" sldId="2147483654"/>
              <ac:spMk id="9" creationId="{821804DB-C227-ECEC-ED0A-B3D1EC4E6437}"/>
            </ac:spMkLst>
          </pc:spChg>
        </pc:sldLayoutChg>
        <pc:sldLayoutChg chg="addSp delSp modSp mod">
          <pc:chgData name="Munuswamy Sathish" userId="56146e37-9b35-4486-9ffe-663555f98a3a" providerId="ADAL" clId="{80F1FD11-FDDA-54EE-9872-A7D4BD9747F2}" dt="2026-08-19T05:39:23.848" v="76"/>
          <pc:sldLayoutMkLst>
            <pc:docMk/>
            <pc:sldMasterMk cId="566745546" sldId="2147483648"/>
            <pc:sldLayoutMk cId="2458521480" sldId="2147483675"/>
          </pc:sldLayoutMkLst>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6" creationId="{77D341ED-A593-9564-4549-5D9C86769709}"/>
            </ac:spMkLst>
          </pc:spChg>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9" creationId="{98730D8F-F580-7E01-3AC7-4A6822D7CE86}"/>
            </ac:spMkLst>
          </pc:spChg>
          <pc:spChg chg="add mod">
            <ac:chgData name="Munuswamy Sathish" userId="56146e37-9b35-4486-9ffe-663555f98a3a" providerId="ADAL" clId="{80F1FD11-FDDA-54EE-9872-A7D4BD9747F2}" dt="2026-08-19T05:39:23.848" v="76"/>
            <ac:spMkLst>
              <pc:docMk/>
              <pc:sldMasterMk cId="566745546" sldId="2147483648"/>
              <pc:sldLayoutMk cId="2458521480" sldId="2147483675"/>
              <ac:spMk id="10" creationId="{7DA3AAA6-7673-EEF0-C2B4-3A0117FF5C27}"/>
            </ac:spMkLst>
          </pc:spChg>
        </pc:sldLayoutChg>
      </pc:sldMasterChg>
      <pc:sldMasterChg chg="modSldLayout">
        <pc:chgData name="Munuswamy Sathish" userId="56146e37-9b35-4486-9ffe-663555f98a3a" providerId="ADAL" clId="{80F1FD11-FDDA-54EE-9872-A7D4BD9747F2}" dt="2026-08-19T05:41:33.903" v="92" actId="14100"/>
        <pc:sldMasterMkLst>
          <pc:docMk/>
          <pc:sldMasterMk cId="871109327" sldId="2147483657"/>
        </pc:sldMasterMkLst>
        <pc:sldLayoutChg chg="delSp modSp mod">
          <pc:chgData name="Munuswamy Sathish" userId="56146e37-9b35-4486-9ffe-663555f98a3a" providerId="ADAL" clId="{80F1FD11-FDDA-54EE-9872-A7D4BD9747F2}" dt="2026-08-19T05:41:33.903" v="92" actId="14100"/>
          <pc:sldLayoutMkLst>
            <pc:docMk/>
            <pc:sldMasterMk cId="871109327" sldId="2147483657"/>
            <pc:sldLayoutMk cId="4189844640" sldId="2147483658"/>
          </pc:sldLayoutMkLst>
          <pc:spChg chg="mod">
            <ac:chgData name="Munuswamy Sathish" userId="56146e37-9b35-4486-9ffe-663555f98a3a" providerId="ADAL" clId="{80F1FD11-FDDA-54EE-9872-A7D4BD9747F2}" dt="2026-08-19T05:41:33.903" v="92" actId="14100"/>
            <ac:spMkLst>
              <pc:docMk/>
              <pc:sldMasterMk cId="871109327" sldId="2147483657"/>
              <pc:sldLayoutMk cId="4189844640" sldId="2147483658"/>
              <ac:spMk id="7" creationId="{58505E27-7250-229F-7129-7717EAAB09F6}"/>
            </ac:spMkLst>
          </pc:spChg>
        </pc:sldLayoutChg>
      </pc:sldMasterChg>
      <pc:sldMasterChg chg="modSldLayout">
        <pc:chgData name="Munuswamy Sathish" userId="56146e37-9b35-4486-9ffe-663555f98a3a" providerId="ADAL" clId="{80F1FD11-FDDA-54EE-9872-A7D4BD9747F2}" dt="2026-08-19T05:41:43.337" v="93" actId="14100"/>
        <pc:sldMasterMkLst>
          <pc:docMk/>
          <pc:sldMasterMk cId="197029974" sldId="2147483659"/>
        </pc:sldMasterMkLst>
        <pc:sldLayoutChg chg="delSp modSp mod">
          <pc:chgData name="Munuswamy Sathish" userId="56146e37-9b35-4486-9ffe-663555f98a3a" providerId="ADAL" clId="{80F1FD11-FDDA-54EE-9872-A7D4BD9747F2}" dt="2026-08-19T05:41:43.337" v="93" actId="14100"/>
          <pc:sldLayoutMkLst>
            <pc:docMk/>
            <pc:sldMasterMk cId="197029974" sldId="2147483659"/>
            <pc:sldLayoutMk cId="45658192" sldId="2147483660"/>
          </pc:sldLayoutMkLst>
          <pc:spChg chg="mod">
            <ac:chgData name="Munuswamy Sathish" userId="56146e37-9b35-4486-9ffe-663555f98a3a" providerId="ADAL" clId="{80F1FD11-FDDA-54EE-9872-A7D4BD9747F2}" dt="2026-08-19T05:41:43.337" v="93" actId="14100"/>
            <ac:spMkLst>
              <pc:docMk/>
              <pc:sldMasterMk cId="197029974" sldId="2147483659"/>
              <pc:sldLayoutMk cId="45658192" sldId="2147483660"/>
              <ac:spMk id="4" creationId="{11D59A75-78E7-3DEB-38AA-6C0E765BEC6C}"/>
            </ac:spMkLst>
          </pc:spChg>
        </pc:sldLayoutChg>
      </pc:sldMasterChg>
      <pc:sldMasterChg chg="modSldLayout">
        <pc:chgData name="Munuswamy Sathish" userId="56146e37-9b35-4486-9ffe-663555f98a3a" providerId="ADAL" clId="{80F1FD11-FDDA-54EE-9872-A7D4BD9747F2}" dt="2026-08-19T10:07:40.771" v="129"/>
        <pc:sldMasterMkLst>
          <pc:docMk/>
          <pc:sldMasterMk cId="4191478342" sldId="2147483661"/>
        </pc:sldMasterMkLst>
        <pc:sldLayoutChg chg="addSp modSp">
          <pc:chgData name="Munuswamy Sathish" userId="56146e37-9b35-4486-9ffe-663555f98a3a" providerId="ADAL" clId="{80F1FD11-FDDA-54EE-9872-A7D4BD9747F2}" dt="2026-08-19T10:07:31.003" v="124"/>
          <pc:sldLayoutMkLst>
            <pc:docMk/>
            <pc:sldMasterMk cId="4191478342" sldId="2147483661"/>
            <pc:sldLayoutMk cId="3055613373" sldId="2147483662"/>
          </pc:sldLayoutMkLst>
          <pc:spChg chg="add mod">
            <ac:chgData name="Munuswamy Sathish" userId="56146e37-9b35-4486-9ffe-663555f98a3a" providerId="ADAL" clId="{80F1FD11-FDDA-54EE-9872-A7D4BD9747F2}" dt="2026-08-19T10:07:31.003" v="124"/>
            <ac:spMkLst>
              <pc:docMk/>
              <pc:sldMasterMk cId="4191478342" sldId="2147483661"/>
              <pc:sldLayoutMk cId="3055613373" sldId="2147483662"/>
              <ac:spMk id="4" creationId="{E03F6106-A17F-9AE5-AC02-62FA3BA276F6}"/>
            </ac:spMkLst>
          </pc:spChg>
        </pc:sldLayoutChg>
        <pc:sldLayoutChg chg="addSp modSp">
          <pc:chgData name="Munuswamy Sathish" userId="56146e37-9b35-4486-9ffe-663555f98a3a" providerId="ADAL" clId="{80F1FD11-FDDA-54EE-9872-A7D4BD9747F2}" dt="2026-08-19T10:07:33.813" v="125"/>
          <pc:sldLayoutMkLst>
            <pc:docMk/>
            <pc:sldMasterMk cId="4191478342" sldId="2147483661"/>
            <pc:sldLayoutMk cId="996055648" sldId="2147483668"/>
          </pc:sldLayoutMkLst>
          <pc:spChg chg="add mod">
            <ac:chgData name="Munuswamy Sathish" userId="56146e37-9b35-4486-9ffe-663555f98a3a" providerId="ADAL" clId="{80F1FD11-FDDA-54EE-9872-A7D4BD9747F2}" dt="2026-08-19T10:07:33.813" v="125"/>
            <ac:spMkLst>
              <pc:docMk/>
              <pc:sldMasterMk cId="4191478342" sldId="2147483661"/>
              <pc:sldLayoutMk cId="996055648" sldId="2147483668"/>
              <ac:spMk id="4" creationId="{18030947-61E0-B1B8-5F7F-B55E571C7BE7}"/>
            </ac:spMkLst>
          </pc:spChg>
        </pc:sldLayoutChg>
        <pc:sldLayoutChg chg="addSp modSp">
          <pc:chgData name="Munuswamy Sathish" userId="56146e37-9b35-4486-9ffe-663555f98a3a" providerId="ADAL" clId="{80F1FD11-FDDA-54EE-9872-A7D4BD9747F2}" dt="2026-08-19T10:07:35.805" v="126"/>
          <pc:sldLayoutMkLst>
            <pc:docMk/>
            <pc:sldMasterMk cId="4191478342" sldId="2147483661"/>
            <pc:sldLayoutMk cId="184634738" sldId="2147483669"/>
          </pc:sldLayoutMkLst>
          <pc:spChg chg="add mod">
            <ac:chgData name="Munuswamy Sathish" userId="56146e37-9b35-4486-9ffe-663555f98a3a" providerId="ADAL" clId="{80F1FD11-FDDA-54EE-9872-A7D4BD9747F2}" dt="2026-08-19T10:07:35.805" v="126"/>
            <ac:spMkLst>
              <pc:docMk/>
              <pc:sldMasterMk cId="4191478342" sldId="2147483661"/>
              <pc:sldLayoutMk cId="184634738" sldId="2147483669"/>
              <ac:spMk id="4" creationId="{4993C5ED-BC1A-A4B6-C3F2-3EB443FC2D70}"/>
            </ac:spMkLst>
          </pc:spChg>
        </pc:sldLayoutChg>
        <pc:sldLayoutChg chg="addSp modSp">
          <pc:chgData name="Munuswamy Sathish" userId="56146e37-9b35-4486-9ffe-663555f98a3a" providerId="ADAL" clId="{80F1FD11-FDDA-54EE-9872-A7D4BD9747F2}" dt="2026-08-19T10:07:37.345" v="127"/>
          <pc:sldLayoutMkLst>
            <pc:docMk/>
            <pc:sldMasterMk cId="4191478342" sldId="2147483661"/>
            <pc:sldLayoutMk cId="882848311" sldId="2147483670"/>
          </pc:sldLayoutMkLst>
          <pc:spChg chg="add mod">
            <ac:chgData name="Munuswamy Sathish" userId="56146e37-9b35-4486-9ffe-663555f98a3a" providerId="ADAL" clId="{80F1FD11-FDDA-54EE-9872-A7D4BD9747F2}" dt="2026-08-19T10:07:37.345" v="127"/>
            <ac:spMkLst>
              <pc:docMk/>
              <pc:sldMasterMk cId="4191478342" sldId="2147483661"/>
              <pc:sldLayoutMk cId="882848311" sldId="2147483670"/>
              <ac:spMk id="4" creationId="{3B8D2015-2819-B7D5-F3C5-0978A57C38A3}"/>
            </ac:spMkLst>
          </pc:spChg>
        </pc:sldLayoutChg>
        <pc:sldLayoutChg chg="addSp modSp">
          <pc:chgData name="Munuswamy Sathish" userId="56146e37-9b35-4486-9ffe-663555f98a3a" providerId="ADAL" clId="{80F1FD11-FDDA-54EE-9872-A7D4BD9747F2}" dt="2026-08-19T10:07:40.771" v="129"/>
          <pc:sldLayoutMkLst>
            <pc:docMk/>
            <pc:sldMasterMk cId="4191478342" sldId="2147483661"/>
            <pc:sldLayoutMk cId="160341526" sldId="2147483671"/>
          </pc:sldLayoutMkLst>
          <pc:spChg chg="add mod">
            <ac:chgData name="Munuswamy Sathish" userId="56146e37-9b35-4486-9ffe-663555f98a3a" providerId="ADAL" clId="{80F1FD11-FDDA-54EE-9872-A7D4BD9747F2}" dt="2026-08-19T10:07:40.771" v="129"/>
            <ac:spMkLst>
              <pc:docMk/>
              <pc:sldMasterMk cId="4191478342" sldId="2147483661"/>
              <pc:sldLayoutMk cId="160341526" sldId="2147483671"/>
              <ac:spMk id="4" creationId="{B09EF9B6-89DD-D538-1E5E-9DC54BCC9842}"/>
            </ac:spMkLst>
          </pc:spChg>
        </pc:sldLayoutChg>
        <pc:sldLayoutChg chg="addSp modSp">
          <pc:chgData name="Munuswamy Sathish" userId="56146e37-9b35-4486-9ffe-663555f98a3a" providerId="ADAL" clId="{80F1FD11-FDDA-54EE-9872-A7D4BD9747F2}" dt="2026-08-19T10:07:38.470" v="128"/>
          <pc:sldLayoutMkLst>
            <pc:docMk/>
            <pc:sldMasterMk cId="4191478342" sldId="2147483661"/>
            <pc:sldLayoutMk cId="2186767084" sldId="2147483672"/>
          </pc:sldLayoutMkLst>
          <pc:spChg chg="add mod">
            <ac:chgData name="Munuswamy Sathish" userId="56146e37-9b35-4486-9ffe-663555f98a3a" providerId="ADAL" clId="{80F1FD11-FDDA-54EE-9872-A7D4BD9747F2}" dt="2026-08-19T10:07:38.470" v="128"/>
            <ac:spMkLst>
              <pc:docMk/>
              <pc:sldMasterMk cId="4191478342" sldId="2147483661"/>
              <pc:sldLayoutMk cId="2186767084" sldId="2147483672"/>
              <ac:spMk id="4" creationId="{FA953583-67E8-9559-A559-FB557C760D60}"/>
            </ac:spMkLst>
          </pc:spChg>
        </pc:sldLayoutChg>
      </pc:sldMasterChg>
    </pc:docChg>
  </pc:docChgLst>
  <pc:docChgLst>
    <pc:chgData name="Clare Botelho" userId="a502075c-4a54-476a-bdd0-21d9d24b8163" providerId="ADAL" clId="{15941BDC-DA39-52CD-97E5-5F95805C3BAF}"/>
    <pc:docChg chg="modSld">
      <pc:chgData name="Clare Botelho" userId="a502075c-4a54-476a-bdd0-21d9d24b8163" providerId="ADAL" clId="{15941BDC-DA39-52CD-97E5-5F95805C3BAF}" dt="2026-09-03T14:23:29.829" v="1" actId="1076"/>
      <pc:docMkLst>
        <pc:docMk/>
      </pc:docMkLst>
      <pc:sldChg chg="modSp mod">
        <pc:chgData name="Clare Botelho" userId="a502075c-4a54-476a-bdd0-21d9d24b8163" providerId="ADAL" clId="{15941BDC-DA39-52CD-97E5-5F95805C3BAF}" dt="2026-09-03T14:23:29.829" v="1" actId="1076"/>
        <pc:sldMkLst>
          <pc:docMk/>
          <pc:sldMk cId="564427522" sldId="275"/>
        </pc:sldMkLst>
        <pc:spChg chg="mod">
          <ac:chgData name="Clare Botelho" userId="a502075c-4a54-476a-bdd0-21d9d24b8163" providerId="ADAL" clId="{15941BDC-DA39-52CD-97E5-5F95805C3BAF}" dt="2026-09-03T14:23:29.829" v="1" actId="1076"/>
          <ac:spMkLst>
            <pc:docMk/>
            <pc:sldMk cId="564427522" sldId="275"/>
            <ac:spMk id="5" creationId="{61B112A6-F2F5-1694-1AD0-F2EDDEF9CBA6}"/>
          </ac:spMkLst>
        </pc:spChg>
      </pc:sldChg>
      <pc:sldChg chg="modSp mod">
        <pc:chgData name="Clare Botelho" userId="a502075c-4a54-476a-bdd0-21d9d24b8163" providerId="ADAL" clId="{15941BDC-DA39-52CD-97E5-5F95805C3BAF}" dt="2026-09-03T14:23:26.756" v="0" actId="1076"/>
        <pc:sldMkLst>
          <pc:docMk/>
          <pc:sldMk cId="2521791984" sldId="276"/>
        </pc:sldMkLst>
        <pc:spChg chg="mod">
          <ac:chgData name="Clare Botelho" userId="a502075c-4a54-476a-bdd0-21d9d24b8163" providerId="ADAL" clId="{15941BDC-DA39-52CD-97E5-5F95805C3BAF}" dt="2026-09-03T14:23:26.756" v="0" actId="1076"/>
          <ac:spMkLst>
            <pc:docMk/>
            <pc:sldMk cId="2521791984" sldId="276"/>
            <ac:spMk id="5" creationId="{C5195B66-8E63-67BE-3E07-A9420A149B74}"/>
          </ac:spMkLst>
        </pc:spChg>
      </pc:sldChg>
    </pc:docChg>
  </pc:docChgLst>
  <pc:docChgLst>
    <pc:chgData name="Francis Xavier" userId="61f623e9-e9db-467b-88c9-26319e2fef74" providerId="ADAL" clId="{861693F2-154E-58F4-B4C6-39A3CDA65E51}"/>
    <pc:docChg chg="custSel modMainMaster">
      <pc:chgData name="Francis Xavier" userId="61f623e9-e9db-467b-88c9-26319e2fef74" providerId="ADAL" clId="{861693F2-154E-58F4-B4C6-39A3CDA65E51}" dt="2026-08-25T14:13:54.193" v="0" actId="478"/>
      <pc:docMkLst>
        <pc:docMk/>
      </pc:docMkLst>
      <pc:sldMasterChg chg="modSldLayout">
        <pc:chgData name="Francis Xavier" userId="61f623e9-e9db-467b-88c9-26319e2fef74" providerId="ADAL" clId="{861693F2-154E-58F4-B4C6-39A3CDA65E51}" dt="2026-08-25T14:13:54.193" v="0" actId="478"/>
        <pc:sldMasterMkLst>
          <pc:docMk/>
          <pc:sldMasterMk cId="1538848823" sldId="2147483655"/>
        </pc:sldMasterMkLst>
        <pc:sldLayoutChg chg="delSp mod">
          <pc:chgData name="Francis Xavier" userId="61f623e9-e9db-467b-88c9-26319e2fef74" providerId="ADAL" clId="{861693F2-154E-58F4-B4C6-39A3CDA65E51}" dt="2026-08-25T14:13:54.193" v="0" actId="478"/>
          <pc:sldLayoutMkLst>
            <pc:docMk/>
            <pc:sldMasterMk cId="1538848823" sldId="2147483655"/>
            <pc:sldLayoutMk cId="767793927"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D0F934-D602-CD47-9FA8-A85EAB3452B0}" type="datetimeFigureOut">
              <a:rPr lang="en-US" smtClean="0"/>
              <a:t>9/3/2026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1FF2AC-B85C-1843-B295-D51A11BDF9EA}" type="slidenum">
              <a:rPr lang="en-US" smtClean="0"/>
              <a:t>‹#›</a:t>
            </a:fld>
            <a:endParaRPr lang="en-US"/>
          </a:p>
        </p:txBody>
      </p:sp>
    </p:spTree>
    <p:extLst>
      <p:ext uri="{BB962C8B-B14F-4D97-AF65-F5344CB8AC3E}">
        <p14:creationId xmlns:p14="http://schemas.microsoft.com/office/powerpoint/2010/main" val="1631272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1FF2AC-B85C-1843-B295-D51A11BDF9EA}" type="slidenum">
              <a:rPr lang="en-US" smtClean="0"/>
              <a:t>1</a:t>
            </a:fld>
            <a:endParaRPr lang="en-US"/>
          </a:p>
        </p:txBody>
      </p:sp>
    </p:spTree>
    <p:extLst>
      <p:ext uri="{BB962C8B-B14F-4D97-AF65-F5344CB8AC3E}">
        <p14:creationId xmlns:p14="http://schemas.microsoft.com/office/powerpoint/2010/main" val="1419375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a:rPr>
              <a:t>Writing in Complete Sentences </a:t>
            </a:r>
          </a:p>
          <a:p>
            <a:r>
              <a:rPr lang="en-US" i="1"/>
              <a:t>Let's review complete sentences. Remember, writing in complete sentences helps you clearly share your ideas with your readers.</a:t>
            </a:r>
            <a:endParaRPr lang="en-US"/>
          </a:p>
          <a:p>
            <a:endParaRPr lang="en-US" b="1">
              <a:ea typeface="MS PGothic"/>
            </a:endParaRPr>
          </a:p>
          <a:p>
            <a:endParaRPr lang="en-US" b="1">
              <a:ea typeface="MS PGothic"/>
            </a:endParaRPr>
          </a:p>
          <a:p>
            <a:r>
              <a:rPr lang="en-US" sz="1200" b="1" kern="1200">
                <a:solidFill>
                  <a:schemeClr val="tx1"/>
                </a:solidFill>
                <a:effectLst/>
                <a:latin typeface="+mn-lt"/>
                <a:ea typeface="MS PGothic"/>
              </a:rPr>
              <a:t>Simple Sentences</a:t>
            </a:r>
            <a:endParaRPr lang="en-US">
              <a:ea typeface="MS PGothic"/>
            </a:endParaRPr>
          </a:p>
          <a:p>
            <a:endParaRPr lang="en-US" sz="1200" b="1"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A simple sentence is a group of words that has both a subject, who or what the sentence is about, and a predicate, what the subject is doing. A simple sentence expresses one complete thought or idea.</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Ask a student volunteer to read the first example sentence aloud.</a:t>
            </a:r>
          </a:p>
          <a:p>
            <a:r>
              <a:rPr lang="en-US" sz="1200" i="1" kern="1200">
                <a:solidFill>
                  <a:schemeClr val="tx1"/>
                </a:solidFill>
                <a:effectLst/>
                <a:latin typeface="+mn-lt"/>
                <a:ea typeface="MS PGothic" pitchFamily="34" charset="-128"/>
                <a:cs typeface="ＭＳ Ｐゴシック" charset="0"/>
              </a:rPr>
              <a:t>What is the subject of the first sentence? Who or what is the sentence  about?</a:t>
            </a:r>
            <a:r>
              <a:rPr lang="en-US" sz="1200" kern="1200">
                <a:solidFill>
                  <a:schemeClr val="tx1"/>
                </a:solidFill>
                <a:effectLst/>
                <a:latin typeface="+mn-lt"/>
                <a:ea typeface="MS PGothic" pitchFamily="34" charset="-128"/>
                <a:cs typeface="ＭＳ Ｐゴシック" charset="0"/>
              </a:rPr>
              <a:t> (Jenna)</a:t>
            </a:r>
          </a:p>
          <a:p>
            <a:r>
              <a:rPr lang="en-US" sz="1200" i="1" kern="1200">
                <a:solidFill>
                  <a:schemeClr val="tx1"/>
                </a:solidFill>
                <a:effectLst/>
                <a:latin typeface="+mn-lt"/>
                <a:ea typeface="MS PGothic" pitchFamily="34" charset="-128"/>
                <a:cs typeface="ＭＳ Ｐゴシック" charset="0"/>
              </a:rPr>
              <a:t>What is the predicate? What is the subject doing?</a:t>
            </a:r>
            <a:r>
              <a:rPr lang="en-US" sz="1200" kern="1200">
                <a:solidFill>
                  <a:schemeClr val="tx1"/>
                </a:solidFill>
                <a:effectLst/>
                <a:latin typeface="+mn-lt"/>
                <a:ea typeface="MS PGothic" pitchFamily="34" charset="-128"/>
                <a:cs typeface="ＭＳ Ｐゴシック" charset="0"/>
              </a:rPr>
              <a:t> (is riding her bike)</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Ask a student volunteer to read the second example sentence aloud.</a:t>
            </a:r>
          </a:p>
          <a:p>
            <a:r>
              <a:rPr lang="en-US" sz="1200" i="1" kern="1200">
                <a:solidFill>
                  <a:schemeClr val="tx1"/>
                </a:solidFill>
                <a:effectLst/>
                <a:latin typeface="+mn-lt"/>
                <a:ea typeface="MS PGothic" pitchFamily="34" charset="-128"/>
                <a:cs typeface="ＭＳ Ｐゴシック" charset="0"/>
              </a:rPr>
              <a:t>What is the subject in the second sentence? What is the predicate?</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Direct students to tell an elbow partner the subject (Marley) and predicate (is walking her dog) of the second sentence. Then, review the correct answers with the class. Be sure that students understand that this is a simple sentence.</a:t>
            </a:r>
          </a:p>
          <a:p>
            <a:endParaRPr lang="en-US"/>
          </a:p>
        </p:txBody>
      </p:sp>
      <p:sp>
        <p:nvSpPr>
          <p:cNvPr id="4" name="Slide Number Placeholder 3"/>
          <p:cNvSpPr>
            <a:spLocks noGrp="1"/>
          </p:cNvSpPr>
          <p:nvPr>
            <p:ph type="sldNum" sz="quarter" idx="5"/>
          </p:nvPr>
        </p:nvSpPr>
        <p:spPr/>
        <p:txBody>
          <a:bodyPr/>
          <a:lstStyle/>
          <a:p>
            <a:fld id="{C21FF2AC-B85C-1843-B295-D51A11BDF9EA}" type="slidenum">
              <a:rPr lang="en-US" smtClean="0"/>
              <a:t>2</a:t>
            </a:fld>
            <a:endParaRPr lang="en-US"/>
          </a:p>
        </p:txBody>
      </p:sp>
    </p:spTree>
    <p:extLst>
      <p:ext uri="{BB962C8B-B14F-4D97-AF65-F5344CB8AC3E}">
        <p14:creationId xmlns:p14="http://schemas.microsoft.com/office/powerpoint/2010/main" val="3587297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Compound Sentences</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A compound sentence is written by putting two simple sentences together using words like and, but, or or. Compound sentences can be separated into simple sentences.</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Ask a student volunteer to read the compound sentence example out loud.</a:t>
            </a:r>
          </a:p>
          <a:p>
            <a:r>
              <a:rPr lang="en-US" sz="1200" i="1" kern="1200">
                <a:solidFill>
                  <a:schemeClr val="tx1"/>
                </a:solidFill>
                <a:effectLst/>
                <a:latin typeface="+mn-lt"/>
                <a:ea typeface="MS PGothic" pitchFamily="34" charset="-128"/>
                <a:cs typeface="ＭＳ Ｐゴシック" charset="0"/>
              </a:rPr>
              <a:t>What are the two simple sentences in this example?</a:t>
            </a:r>
            <a:r>
              <a:rPr lang="en-US" sz="1200" kern="1200">
                <a:solidFill>
                  <a:schemeClr val="tx1"/>
                </a:solidFill>
                <a:effectLst/>
                <a:latin typeface="+mn-lt"/>
                <a:ea typeface="MS PGothic" pitchFamily="34" charset="-128"/>
                <a:cs typeface="ＭＳ Ｐゴシック" charset="0"/>
              </a:rPr>
              <a:t> (The first simple sentence is Jenna is riding her bike. The second simple sentence is Marley is walking her dog.)</a:t>
            </a:r>
          </a:p>
          <a:p>
            <a:endParaRPr lang="en-US"/>
          </a:p>
          <a:p>
            <a:endParaRPr lang="en-US"/>
          </a:p>
        </p:txBody>
      </p:sp>
      <p:sp>
        <p:nvSpPr>
          <p:cNvPr id="4" name="Slide Number Placeholder 3"/>
          <p:cNvSpPr>
            <a:spLocks noGrp="1"/>
          </p:cNvSpPr>
          <p:nvPr>
            <p:ph type="sldNum" sz="quarter" idx="5"/>
          </p:nvPr>
        </p:nvSpPr>
        <p:spPr/>
        <p:txBody>
          <a:bodyPr/>
          <a:lstStyle/>
          <a:p>
            <a:fld id="{C21FF2AC-B85C-1843-B295-D51A11BDF9EA}" type="slidenum">
              <a:rPr lang="en-US" smtClean="0"/>
              <a:t>3</a:t>
            </a:fld>
            <a:endParaRPr lang="en-US"/>
          </a:p>
        </p:txBody>
      </p:sp>
    </p:spTree>
    <p:extLst>
      <p:ext uri="{BB962C8B-B14F-4D97-AF65-F5344CB8AC3E}">
        <p14:creationId xmlns:p14="http://schemas.microsoft.com/office/powerpoint/2010/main" val="19314478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S PGothic" pitchFamily="34" charset="-128"/>
                <a:cs typeface="ＭＳ Ｐゴシック" charset="0"/>
              </a:rPr>
              <a:t>Complex Sentences</a:t>
            </a:r>
          </a:p>
          <a:p>
            <a:endParaRPr lang="en-US" sz="1200" kern="1200">
              <a:solidFill>
                <a:schemeClr val="tx1"/>
              </a:solidFill>
              <a:effectLst/>
              <a:latin typeface="+mn-lt"/>
              <a:ea typeface="MS PGothic" pitchFamily="34" charset="-128"/>
              <a:cs typeface="ＭＳ Ｐゴシック" charset="0"/>
            </a:endParaRPr>
          </a:p>
          <a:p>
            <a:r>
              <a:rPr lang="en-US" sz="1200" i="1" kern="1200">
                <a:solidFill>
                  <a:schemeClr val="tx1"/>
                </a:solidFill>
                <a:effectLst/>
                <a:latin typeface="+mn-lt"/>
                <a:ea typeface="MS PGothic" pitchFamily="34" charset="-128"/>
                <a:cs typeface="ＭＳ Ｐゴシック" charset="0"/>
              </a:rPr>
              <a:t>A complex sentence is a simple sentence with additional information added to it. Complex sentences are created using words like because and if. A complex sentence cannot be separated into sentences that make sense on their own. In a complex sentence, the parts of the sentence depend on each other.</a:t>
            </a:r>
            <a:endParaRPr lang="en-US" sz="1200" kern="1200">
              <a:solidFill>
                <a:schemeClr val="tx1"/>
              </a:solidFill>
              <a:effectLst/>
              <a:latin typeface="+mn-lt"/>
              <a:ea typeface="MS PGothic" pitchFamily="34" charset="-128"/>
              <a:cs typeface="ＭＳ Ｐゴシック" charset="0"/>
            </a:endParaRP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Ask a student volunteer to read aloud the complex sentence example.</a:t>
            </a:r>
          </a:p>
          <a:p>
            <a:r>
              <a:rPr lang="en-US" sz="1200" i="1" kern="1200">
                <a:solidFill>
                  <a:schemeClr val="tx1"/>
                </a:solidFill>
                <a:effectLst/>
                <a:latin typeface="+mn-lt"/>
                <a:ea typeface="MS PGothic" pitchFamily="34" charset="-128"/>
                <a:cs typeface="ＭＳ Ｐゴシック" charset="0"/>
              </a:rPr>
              <a:t>What word links the two ideas in this complex sentence?</a:t>
            </a:r>
            <a:r>
              <a:rPr lang="en-US" sz="1200" kern="1200">
                <a:solidFill>
                  <a:schemeClr val="tx1"/>
                </a:solidFill>
                <a:effectLst/>
                <a:latin typeface="+mn-lt"/>
                <a:ea typeface="MS PGothic" pitchFamily="34" charset="-128"/>
                <a:cs typeface="ＭＳ Ｐゴシック" charset="0"/>
              </a:rPr>
              <a:t> (because)</a:t>
            </a:r>
          </a:p>
          <a:p>
            <a:r>
              <a:rPr lang="en-US" sz="1200" i="1" kern="1200">
                <a:solidFill>
                  <a:schemeClr val="tx1"/>
                </a:solidFill>
                <a:effectLst/>
                <a:latin typeface="+mn-lt"/>
                <a:ea typeface="MS PGothic" pitchFamily="34" charset="-128"/>
                <a:cs typeface="ＭＳ Ｐゴシック" charset="0"/>
              </a:rPr>
              <a:t>What are the two ideas in the complex sentence?</a:t>
            </a:r>
            <a:r>
              <a:rPr lang="en-US" sz="1200" kern="1200">
                <a:solidFill>
                  <a:schemeClr val="tx1"/>
                </a:solidFill>
                <a:effectLst/>
                <a:latin typeface="+mn-lt"/>
                <a:ea typeface="MS PGothic" pitchFamily="34" charset="-128"/>
                <a:cs typeface="ＭＳ Ｐゴシック" charset="0"/>
              </a:rPr>
              <a:t> (Jenna is excited because she will play with Marley tomorrow.)</a:t>
            </a:r>
          </a:p>
          <a:p>
            <a:pPr marL="171450" indent="-171450">
              <a:buFont typeface="Arial" panose="020B0604020202020204" pitchFamily="34" charset="0"/>
              <a:buChar char="•"/>
            </a:pPr>
            <a:r>
              <a:rPr lang="en-US" sz="1200" kern="1200">
                <a:solidFill>
                  <a:schemeClr val="tx1"/>
                </a:solidFill>
                <a:effectLst/>
                <a:latin typeface="+mn-lt"/>
                <a:ea typeface="MS PGothic" pitchFamily="34" charset="-128"/>
                <a:cs typeface="ＭＳ Ｐゴシック" charset="0"/>
              </a:rPr>
              <a:t>Elaborate that the first idea is a simple sentence that can stand alone, and the second idea adds more information but does not make sense if it is read without the first idea.</a:t>
            </a:r>
          </a:p>
          <a:p>
            <a:endParaRPr lang="en-US" sz="1200" kern="1200">
              <a:solidFill>
                <a:schemeClr val="tx1"/>
              </a:solidFill>
              <a:effectLst/>
              <a:latin typeface="+mn-lt"/>
              <a:ea typeface="MS PGothic" pitchFamily="34" charset="-128"/>
              <a:cs typeface="ＭＳ Ｐゴシック" charset="0"/>
            </a:endParaRPr>
          </a:p>
          <a:p>
            <a:endParaRPr lang="en-US"/>
          </a:p>
        </p:txBody>
      </p:sp>
      <p:sp>
        <p:nvSpPr>
          <p:cNvPr id="4" name="Slide Number Placeholder 3"/>
          <p:cNvSpPr>
            <a:spLocks noGrp="1"/>
          </p:cNvSpPr>
          <p:nvPr>
            <p:ph type="sldNum" sz="quarter" idx="5"/>
          </p:nvPr>
        </p:nvSpPr>
        <p:spPr/>
        <p:txBody>
          <a:bodyPr/>
          <a:lstStyle/>
          <a:p>
            <a:fld id="{C21FF2AC-B85C-1843-B295-D51A11BDF9EA}" type="slidenum">
              <a:rPr lang="en-US" smtClean="0"/>
              <a:t>4</a:t>
            </a:fld>
            <a:endParaRPr lang="en-US"/>
          </a:p>
        </p:txBody>
      </p:sp>
    </p:spTree>
    <p:extLst>
      <p:ext uri="{BB962C8B-B14F-4D97-AF65-F5344CB8AC3E}">
        <p14:creationId xmlns:p14="http://schemas.microsoft.com/office/powerpoint/2010/main" val="3491859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4.xm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2-5 Writing Opening Slide">
    <p:spTree>
      <p:nvGrpSpPr>
        <p:cNvPr id="1" name=""/>
        <p:cNvGrpSpPr/>
        <p:nvPr/>
      </p:nvGrpSpPr>
      <p:grpSpPr>
        <a:xfrm>
          <a:off x="0" y="0"/>
          <a:ext cx="0" cy="0"/>
          <a:chOff x="0" y="0"/>
          <a:chExt cx="0" cy="0"/>
        </a:xfrm>
      </p:grpSpPr>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643492" y="1833100"/>
            <a:ext cx="8006002" cy="570039"/>
          </a:xfrm>
          <a:prstGeom prst="rect">
            <a:avLst/>
          </a:prstGeom>
        </p:spPr>
        <p:txBody>
          <a:bodyPr lIns="0"/>
          <a:lstStyle>
            <a:lvl1pPr marL="0" indent="0">
              <a:buNone/>
              <a:defRPr sz="4400" b="1" i="0">
                <a:solidFill>
                  <a:srgbClr val="7EB9DC"/>
                </a:solidFill>
                <a:latin typeface="Verdana" panose="020B0604030504040204" pitchFamily="34" charset="0"/>
                <a:ea typeface="Verdana" panose="020B0604030504040204" pitchFamily="34" charset="0"/>
                <a:cs typeface="Verdana" panose="020B0604030504040204" pitchFamily="34" charset="0"/>
              </a:defRPr>
            </a:lvl1pPr>
          </a:lstStyle>
          <a:p>
            <a:r>
              <a:rPr lang="en-US"/>
              <a:t>Lesson</a:t>
            </a:r>
          </a:p>
        </p:txBody>
      </p:sp>
      <p:sp>
        <p:nvSpPr>
          <p:cNvPr id="10" name="Text Placeholder 17">
            <a:extLst>
              <a:ext uri="{FF2B5EF4-FFF2-40B4-BE49-F238E27FC236}">
                <a16:creationId xmlns:a16="http://schemas.microsoft.com/office/drawing/2014/main" id="{09392C31-B614-0718-F47E-5C21F02A0A48}"/>
              </a:ext>
            </a:extLst>
          </p:cNvPr>
          <p:cNvSpPr>
            <a:spLocks noGrp="1"/>
          </p:cNvSpPr>
          <p:nvPr>
            <p:ph type="body" sz="quarter" idx="13" hasCustomPrompt="1"/>
          </p:nvPr>
        </p:nvSpPr>
        <p:spPr>
          <a:xfrm>
            <a:off x="2623171" y="2575560"/>
            <a:ext cx="8000307" cy="1772920"/>
          </a:xfrm>
          <a:prstGeom prst="rect">
            <a:avLst/>
          </a:prstGeom>
        </p:spPr>
        <p:txBody>
          <a:bodyPr lIns="0"/>
          <a:lstStyle>
            <a:lvl1pPr marL="0" indent="0">
              <a:buNone/>
              <a:defRPr sz="5400" b="1" i="0">
                <a:latin typeface="Verdana" panose="020B0604030504040204" pitchFamily="34" charset="0"/>
                <a:ea typeface="Verdana" panose="020B0604030504040204" pitchFamily="34" charset="0"/>
                <a:cs typeface="Verdana" panose="020B0604030504040204" pitchFamily="34" charset="0"/>
              </a:defRPr>
            </a:lvl1pPr>
          </a:lstStyle>
          <a:p>
            <a:r>
              <a:rPr lang="en-US"/>
              <a:t>Title</a:t>
            </a:r>
          </a:p>
        </p:txBody>
      </p:sp>
    </p:spTree>
    <p:extLst>
      <p:ext uri="{BB962C8B-B14F-4D97-AF65-F5344CB8AC3E}">
        <p14:creationId xmlns:p14="http://schemas.microsoft.com/office/powerpoint/2010/main" val="7677939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esson Outcomes 2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43966" y="1780927"/>
            <a:ext cx="7252880" cy="4449484"/>
          </a:xfrm>
          <a:prstGeom prst="rect">
            <a:avLst/>
          </a:prstGeom>
        </p:spPr>
        <p:txBody>
          <a:bodyPr lIns="0" tIns="0"/>
          <a:lstStyle>
            <a:lvl1pPr marL="374904" marR="0" indent="-374904" algn="l" defTabSz="457189" rtl="0" eaLnBrk="1" fontAlgn="base" latinLnBrk="0" hangingPunct="1">
              <a:lnSpc>
                <a:spcPct val="100000"/>
              </a:lnSpc>
              <a:spcBef>
                <a:spcPts val="0"/>
              </a:spcBef>
              <a:spcAft>
                <a:spcPts val="1800"/>
              </a:spcAft>
              <a:buClr>
                <a:srgbClr val="99CA3D"/>
              </a:buClr>
              <a:buSzPct val="150000"/>
              <a:buFont typeface="Wingdings" pitchFamily="2" charset="2"/>
              <a:buChar char="ü"/>
              <a:tabLst/>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Enter text here enter text here enter text here enter text here</a:t>
            </a:r>
          </a:p>
          <a:p>
            <a:pPr lvl="0"/>
            <a:r>
              <a:rPr lang="en-US"/>
              <a:t>Enter text here enter text here enter text here enter text here</a:t>
            </a:r>
          </a:p>
          <a:p>
            <a:pPr lvl="0"/>
            <a:r>
              <a:rPr lang="en-US"/>
              <a:t>Enter text here enter text here enter text here enter text here</a:t>
            </a:r>
          </a:p>
          <a:p>
            <a:pPr lvl="0"/>
            <a:r>
              <a:rPr lang="en-US"/>
              <a:t>Enter text here enter text here enter text here enter text here</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22463"/>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pic>
        <p:nvPicPr>
          <p:cNvPr id="2" name="Picture 1">
            <a:extLst>
              <a:ext uri="{FF2B5EF4-FFF2-40B4-BE49-F238E27FC236}">
                <a16:creationId xmlns:a16="http://schemas.microsoft.com/office/drawing/2014/main" id="{6B93AE32-7810-4146-2EDC-06C5809F627C}"/>
              </a:ext>
            </a:extLst>
          </p:cNvPr>
          <p:cNvPicPr>
            <a:picLocks noChangeAspect="1"/>
          </p:cNvPicPr>
          <p:nvPr userDrawn="1"/>
        </p:nvPicPr>
        <p:blipFill>
          <a:blip r:embed="rId2"/>
          <a:srcRect/>
          <a:stretch/>
        </p:blipFill>
        <p:spPr>
          <a:xfrm rot="21058938">
            <a:off x="8836940" y="295604"/>
            <a:ext cx="4026098" cy="4653997"/>
          </a:xfrm>
          <a:prstGeom prst="rect">
            <a:avLst/>
          </a:prstGeom>
        </p:spPr>
      </p:pic>
      <p:sp>
        <p:nvSpPr>
          <p:cNvPr id="4" name="Text Placeholder 11">
            <a:extLst>
              <a:ext uri="{FF2B5EF4-FFF2-40B4-BE49-F238E27FC236}">
                <a16:creationId xmlns:a16="http://schemas.microsoft.com/office/drawing/2014/main" id="{E8F71126-5A81-E6CD-0FE2-1F080076F54A}"/>
              </a:ext>
            </a:extLst>
          </p:cNvPr>
          <p:cNvSpPr txBox="1">
            <a:spLocks/>
          </p:cNvSpPr>
          <p:nvPr userDrawn="1"/>
        </p:nvSpPr>
        <p:spPr>
          <a:xfrm>
            <a:off x="9864155" y="1763742"/>
            <a:ext cx="2327845" cy="1549592"/>
          </a:xfrm>
          <a:prstGeom prst="rect">
            <a:avLst/>
          </a:prstGeom>
        </p:spPr>
        <p:txBody>
          <a:bodyPr/>
          <a:lst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a:lstStyle>
          <a:p>
            <a:pPr marL="3175" indent="0">
              <a:spcBef>
                <a:spcPts val="1600"/>
              </a:spcBef>
              <a:buNone/>
            </a:pP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Did you meet </a:t>
            </a:r>
            <a:b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your Learning </a:t>
            </a:r>
            <a:r>
              <a:rPr lang="en-US" sz="1800" kern="1200" err="1">
                <a:solidFill>
                  <a:schemeClr val="tx1"/>
                </a:solidFill>
                <a:latin typeface="Verdana" panose="020B0604030504040204" pitchFamily="34" charset="0"/>
                <a:ea typeface="Verdana" panose="020B0604030504040204" pitchFamily="34" charset="0"/>
                <a:cs typeface="Verdana" panose="020B0604030504040204" pitchFamily="34" charset="0"/>
              </a:rPr>
              <a:t>Outcomess</a:t>
            </a: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 today? </a:t>
            </a:r>
          </a:p>
          <a:p>
            <a:pPr marL="3175" indent="0">
              <a:spcBef>
                <a:spcPts val="1600"/>
              </a:spcBef>
              <a:buNone/>
            </a:pP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How do you </a:t>
            </a:r>
            <a:b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br>
            <a:r>
              <a:rPr lang="en-US" sz="1800" kern="1200">
                <a:solidFill>
                  <a:schemeClr val="tx1"/>
                </a:solidFill>
                <a:latin typeface="Verdana" panose="020B0604030504040204" pitchFamily="34" charset="0"/>
                <a:ea typeface="Verdana" panose="020B0604030504040204" pitchFamily="34" charset="0"/>
                <a:cs typeface="Verdana" panose="020B0604030504040204" pitchFamily="34" charset="0"/>
              </a:rPr>
              <a:t>know?</a:t>
            </a:r>
          </a:p>
        </p:txBody>
      </p:sp>
      <p:sp>
        <p:nvSpPr>
          <p:cNvPr id="7" name="Title 14">
            <a:extLst>
              <a:ext uri="{FF2B5EF4-FFF2-40B4-BE49-F238E27FC236}">
                <a16:creationId xmlns:a16="http://schemas.microsoft.com/office/drawing/2014/main" id="{58505E27-7250-229F-7129-7717EAAB09F6}"/>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Tree>
    <p:extLst>
      <p:ext uri="{BB962C8B-B14F-4D97-AF65-F5344CB8AC3E}">
        <p14:creationId xmlns:p14="http://schemas.microsoft.com/office/powerpoint/2010/main" val="418984464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 Outcomes 1 Writing">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29AF56B8-0362-E6A6-AE0A-2C542505B937}"/>
              </a:ext>
            </a:extLst>
          </p:cNvPr>
          <p:cNvSpPr>
            <a:spLocks noGrp="1"/>
          </p:cNvSpPr>
          <p:nvPr>
            <p:ph type="body" sz="quarter" idx="13" hasCustomPrompt="1"/>
          </p:nvPr>
        </p:nvSpPr>
        <p:spPr>
          <a:xfrm>
            <a:off x="2320467" y="1791201"/>
            <a:ext cx="7334491" cy="4449484"/>
          </a:xfrm>
          <a:prstGeom prst="rect">
            <a:avLst/>
          </a:prstGeom>
        </p:spPr>
        <p:txBody>
          <a:bodyPr lIns="0" tIns="0"/>
          <a:lstStyle>
            <a:lvl1pPr marL="525780" indent="-525780">
              <a:lnSpc>
                <a:spcPct val="100000"/>
              </a:lnSpc>
              <a:spcBef>
                <a:spcPts val="0"/>
              </a:spcBef>
              <a:spcAft>
                <a:spcPts val="1000"/>
              </a:spcAft>
              <a:buClr>
                <a:srgbClr val="7EB9DC"/>
              </a:buClr>
              <a:buSzPct val="150000"/>
              <a:buFont typeface=".Lucida Grande UI Regular"/>
              <a:buChar char="►"/>
              <a:defRPr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a:p>
            <a:pPr lvl="0"/>
            <a:r>
              <a:rPr lang="en-US"/>
              <a:t>Enter text enter text enter text enter text enter text enter text enter text</a:t>
            </a:r>
          </a:p>
        </p:txBody>
      </p:sp>
      <p:sp>
        <p:nvSpPr>
          <p:cNvPr id="8" name="Text Placeholder 17">
            <a:extLst>
              <a:ext uri="{FF2B5EF4-FFF2-40B4-BE49-F238E27FC236}">
                <a16:creationId xmlns:a16="http://schemas.microsoft.com/office/drawing/2014/main" id="{D2F77BBF-4DC1-CA17-286E-52D96AA84315}"/>
              </a:ext>
            </a:extLst>
          </p:cNvPr>
          <p:cNvSpPr>
            <a:spLocks noGrp="1"/>
          </p:cNvSpPr>
          <p:nvPr>
            <p:ph type="body" sz="quarter" idx="12" hasCustomPrompt="1"/>
          </p:nvPr>
        </p:nvSpPr>
        <p:spPr>
          <a:xfrm>
            <a:off x="2343966" y="1232737"/>
            <a:ext cx="7101628" cy="469778"/>
          </a:xfrm>
          <a:prstGeom prst="rect">
            <a:avLst/>
          </a:prstGeom>
        </p:spPr>
        <p:txBody>
          <a:bodyPr lIns="0"/>
          <a:lstStyle>
            <a:lvl1pPr marL="0" indent="0">
              <a:buNone/>
              <a:defRPr sz="2500" b="1" i="0">
                <a:latin typeface="Verdana" panose="020B0604030504040204" pitchFamily="34" charset="0"/>
                <a:ea typeface="Verdana" panose="020B0604030504040204" pitchFamily="34" charset="0"/>
                <a:cs typeface="Verdana" panose="020B0604030504040204" pitchFamily="34" charset="0"/>
              </a:defRPr>
            </a:lvl1pPr>
          </a:lstStyle>
          <a:p>
            <a:r>
              <a:rPr lang="en-US"/>
              <a:t>In this lesson:</a:t>
            </a:r>
          </a:p>
        </p:txBody>
      </p:sp>
      <p:sp>
        <p:nvSpPr>
          <p:cNvPr id="11" name="TextBox 10">
            <a:extLst>
              <a:ext uri="{FF2B5EF4-FFF2-40B4-BE49-F238E27FC236}">
                <a16:creationId xmlns:a16="http://schemas.microsoft.com/office/drawing/2014/main" id="{96CA43D2-01E5-38AB-C90F-069463928110}"/>
              </a:ext>
            </a:extLst>
          </p:cNvPr>
          <p:cNvSpPr txBox="1"/>
          <p:nvPr userDrawn="1"/>
        </p:nvSpPr>
        <p:spPr>
          <a:xfrm>
            <a:off x="-4982227" y="1522113"/>
            <a:ext cx="4656550" cy="369332"/>
          </a:xfrm>
          <a:prstGeom prst="rect">
            <a:avLst/>
          </a:prstGeom>
          <a:noFill/>
        </p:spPr>
        <p:txBody>
          <a:bodyPr wrap="square">
            <a:spAutoFit/>
          </a:bodyPr>
          <a:lstStyle/>
          <a:p>
            <a:pPr lvl="0"/>
            <a:r>
              <a:rPr lang="en-US"/>
              <a:t> </a:t>
            </a:r>
          </a:p>
        </p:txBody>
      </p:sp>
      <p:sp>
        <p:nvSpPr>
          <p:cNvPr id="4" name="Title 14">
            <a:extLst>
              <a:ext uri="{FF2B5EF4-FFF2-40B4-BE49-F238E27FC236}">
                <a16:creationId xmlns:a16="http://schemas.microsoft.com/office/drawing/2014/main" id="{11D59A75-78E7-3DEB-38AA-6C0E765BEC6C}"/>
              </a:ext>
            </a:extLst>
          </p:cNvPr>
          <p:cNvSpPr>
            <a:spLocks noGrp="1"/>
          </p:cNvSpPr>
          <p:nvPr>
            <p:ph type="title" hasCustomPrompt="1"/>
          </p:nvPr>
        </p:nvSpPr>
        <p:spPr>
          <a:xfrm>
            <a:off x="75143" y="80199"/>
            <a:ext cx="12007266"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Tree>
    <p:extLst>
      <p:ext uri="{BB962C8B-B14F-4D97-AF65-F5344CB8AC3E}">
        <p14:creationId xmlns:p14="http://schemas.microsoft.com/office/powerpoint/2010/main" val="456581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er and 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1477935"/>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a:t>
            </a:r>
            <a:r>
              <a:rPr lang="en-US" err="1"/>
              <a:t>verdana</a:t>
            </a:r>
            <a:r>
              <a:rPr lang="en-US"/>
              <a:t>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3" name="Text Placeholder 17">
            <a:extLst>
              <a:ext uri="{FF2B5EF4-FFF2-40B4-BE49-F238E27FC236}">
                <a16:creationId xmlns:a16="http://schemas.microsoft.com/office/drawing/2014/main" id="{C2317B0E-C30E-673F-2CBD-E49AF77937D3}"/>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6" name="Title 14">
            <a:extLst>
              <a:ext uri="{FF2B5EF4-FFF2-40B4-BE49-F238E27FC236}">
                <a16:creationId xmlns:a16="http://schemas.microsoft.com/office/drawing/2014/main" id="{497311C2-3BA3-9727-C896-E2908AE8A65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7" name="Text Placeholder 19">
            <a:extLst>
              <a:ext uri="{FF2B5EF4-FFF2-40B4-BE49-F238E27FC236}">
                <a16:creationId xmlns:a16="http://schemas.microsoft.com/office/drawing/2014/main" id="{7395C39F-312E-3023-51E8-507699D0B44B}"/>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8" name="Text Placeholder 3">
            <a:extLst>
              <a:ext uri="{FF2B5EF4-FFF2-40B4-BE49-F238E27FC236}">
                <a16:creationId xmlns:a16="http://schemas.microsoft.com/office/drawing/2014/main" id="{515E2454-B235-0178-A6B5-9B686BA9E058}"/>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2453F05E-27EE-786A-EF74-F52A465CC33C}"/>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4" name="Text Placeholder 11">
            <a:extLst>
              <a:ext uri="{FF2B5EF4-FFF2-40B4-BE49-F238E27FC236}">
                <a16:creationId xmlns:a16="http://schemas.microsoft.com/office/drawing/2014/main" id="{0D7CBB68-3233-26BD-423B-6741CBB4E86E}"/>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302813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 Text">
    <p:spTree>
      <p:nvGrpSpPr>
        <p:cNvPr id="1" name=""/>
        <p:cNvGrpSpPr/>
        <p:nvPr/>
      </p:nvGrpSpPr>
      <p:grpSpPr>
        <a:xfrm>
          <a:off x="0" y="0"/>
          <a:ext cx="0" cy="0"/>
          <a:chOff x="0" y="0"/>
          <a:chExt cx="0" cy="0"/>
        </a:xfrm>
      </p:grpSpPr>
      <p:sp>
        <p:nvSpPr>
          <p:cNvPr id="2" name="Text Placeholder 20">
            <a:extLst>
              <a:ext uri="{FF2B5EF4-FFF2-40B4-BE49-F238E27FC236}">
                <a16:creationId xmlns:a16="http://schemas.microsoft.com/office/drawing/2014/main" id="{28EB5AD8-E53B-C1C0-4EA2-CC42FCB16BA4}"/>
              </a:ext>
            </a:extLst>
          </p:cNvPr>
          <p:cNvSpPr>
            <a:spLocks noGrp="1"/>
          </p:cNvSpPr>
          <p:nvPr>
            <p:ph type="body" sz="quarter" idx="13" hasCustomPrompt="1"/>
          </p:nvPr>
        </p:nvSpPr>
        <p:spPr>
          <a:xfrm>
            <a:off x="2689088" y="871116"/>
            <a:ext cx="7153704" cy="5056303"/>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Verdana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4" name="Title 14">
            <a:extLst>
              <a:ext uri="{FF2B5EF4-FFF2-40B4-BE49-F238E27FC236}">
                <a16:creationId xmlns:a16="http://schemas.microsoft.com/office/drawing/2014/main" id="{EA1373A6-B005-1425-929C-3847B847F5B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2D3C6F20-91BA-9E94-CAB3-B199EE717C8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77D341ED-A593-9564-4549-5D9C86769709}"/>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98730D8F-F580-7E01-3AC7-4A6822D7CE8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0" name="Text Placeholder 11">
            <a:extLst>
              <a:ext uri="{FF2B5EF4-FFF2-40B4-BE49-F238E27FC236}">
                <a16:creationId xmlns:a16="http://schemas.microsoft.com/office/drawing/2014/main" id="{7DA3AAA6-7673-EEF0-C2B4-3A0117FF5C2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45852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and Number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79553247-2731-1AEC-D2B8-C0D11CFF2D48}"/>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p:txBody>
      </p:sp>
      <p:sp>
        <p:nvSpPr>
          <p:cNvPr id="11" name="Text Placeholder 17">
            <a:extLst>
              <a:ext uri="{FF2B5EF4-FFF2-40B4-BE49-F238E27FC236}">
                <a16:creationId xmlns:a16="http://schemas.microsoft.com/office/drawing/2014/main" id="{B13061D3-6CF4-55C7-8897-B00DB8878676}"/>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3" name="Title 14">
            <a:extLst>
              <a:ext uri="{FF2B5EF4-FFF2-40B4-BE49-F238E27FC236}">
                <a16:creationId xmlns:a16="http://schemas.microsoft.com/office/drawing/2014/main" id="{CB3FBA2A-12DF-0D77-41D7-923B0400C652}"/>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E2861FAB-953A-FDD1-8090-65EE261837E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4E751093-2C00-445C-8E8D-113C08992DE2}"/>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03C6C1E9-2695-B5A1-8667-09A0E2E6068F}"/>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634E6F14-1967-F598-067B-88F746E2E16D}"/>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4044661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Header and Bullet List">
    <p:spTree>
      <p:nvGrpSpPr>
        <p:cNvPr id="1" name=""/>
        <p:cNvGrpSpPr/>
        <p:nvPr/>
      </p:nvGrpSpPr>
      <p:grpSpPr>
        <a:xfrm>
          <a:off x="0" y="0"/>
          <a:ext cx="0" cy="0"/>
          <a:chOff x="0" y="0"/>
          <a:chExt cx="0" cy="0"/>
        </a:xfrm>
      </p:grpSpPr>
      <p:sp>
        <p:nvSpPr>
          <p:cNvPr id="10" name="Text Placeholder 20">
            <a:extLst>
              <a:ext uri="{FF2B5EF4-FFF2-40B4-BE49-F238E27FC236}">
                <a16:creationId xmlns:a16="http://schemas.microsoft.com/office/drawing/2014/main" id="{DC1F8A2D-CE15-0C61-42F3-1A4F836CEF40}"/>
              </a:ext>
            </a:extLst>
          </p:cNvPr>
          <p:cNvSpPr>
            <a:spLocks noGrp="1"/>
          </p:cNvSpPr>
          <p:nvPr>
            <p:ph type="body" sz="quarter" idx="13" hasCustomPrompt="1"/>
          </p:nvPr>
        </p:nvSpPr>
        <p:spPr>
          <a:xfrm>
            <a:off x="2689088" y="1477935"/>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11" name="Text Placeholder 17">
            <a:extLst>
              <a:ext uri="{FF2B5EF4-FFF2-40B4-BE49-F238E27FC236}">
                <a16:creationId xmlns:a16="http://schemas.microsoft.com/office/drawing/2014/main" id="{280CE79D-B6BE-4DB6-4360-097A7A14B5FC}"/>
              </a:ext>
            </a:extLst>
          </p:cNvPr>
          <p:cNvSpPr>
            <a:spLocks noGrp="1"/>
          </p:cNvSpPr>
          <p:nvPr>
            <p:ph type="body" sz="quarter" idx="14" hasCustomPrompt="1"/>
          </p:nvPr>
        </p:nvSpPr>
        <p:spPr>
          <a:xfrm>
            <a:off x="2689497" y="907896"/>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3" name="Title 14">
            <a:extLst>
              <a:ext uri="{FF2B5EF4-FFF2-40B4-BE49-F238E27FC236}">
                <a16:creationId xmlns:a16="http://schemas.microsoft.com/office/drawing/2014/main" id="{0215FCB0-98ED-38B3-CDF3-604C4DF19EA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DFDAE69D-DEE0-AFE3-AA17-C5C55D9DEE81}"/>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B4B8749E-65F4-57F3-A07A-F141E60159A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B4486337-8E9A-1C97-7EFD-BE42D97FDEFA}"/>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821804DB-C227-ECEC-ED0A-B3D1EC4E643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228982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mber List No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AD4F3FF-7E71-2D1A-C99D-93CBFDCA69B1}"/>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3" name="Title 14">
            <a:extLst>
              <a:ext uri="{FF2B5EF4-FFF2-40B4-BE49-F238E27FC236}">
                <a16:creationId xmlns:a16="http://schemas.microsoft.com/office/drawing/2014/main" id="{4EC01AC2-53A6-FFD5-0D16-E397347C1F6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0D714FD7-5122-644F-694C-5D14B97ACC44}"/>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3">
            <a:extLst>
              <a:ext uri="{FF2B5EF4-FFF2-40B4-BE49-F238E27FC236}">
                <a16:creationId xmlns:a16="http://schemas.microsoft.com/office/drawing/2014/main" id="{35946CDD-9171-7BC2-8A20-3017F082C5AA}"/>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E63EC498-EC38-F861-2B82-40A7B6435B96}"/>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0" name="Text Placeholder 11">
            <a:extLst>
              <a:ext uri="{FF2B5EF4-FFF2-40B4-BE49-F238E27FC236}">
                <a16:creationId xmlns:a16="http://schemas.microsoft.com/office/drawing/2014/main" id="{0D9C749E-2778-B5C6-0AFA-410B1FCB2F7A}"/>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407534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mber List With Annos Annos">
    <p:spTree>
      <p:nvGrpSpPr>
        <p:cNvPr id="1" name=""/>
        <p:cNvGrpSpPr/>
        <p:nvPr/>
      </p:nvGrpSpPr>
      <p:grpSpPr>
        <a:xfrm>
          <a:off x="0" y="0"/>
          <a:ext cx="0" cy="0"/>
          <a:chOff x="0" y="0"/>
          <a:chExt cx="0" cy="0"/>
        </a:xfrm>
      </p:grpSpPr>
      <p:sp>
        <p:nvSpPr>
          <p:cNvPr id="7" name="Text Placeholder 20">
            <a:extLst>
              <a:ext uri="{FF2B5EF4-FFF2-40B4-BE49-F238E27FC236}">
                <a16:creationId xmlns:a16="http://schemas.microsoft.com/office/drawing/2014/main" id="{3914672E-D783-0C47-D09F-FF465B48C0A7}"/>
              </a:ext>
            </a:extLst>
          </p:cNvPr>
          <p:cNvSpPr>
            <a:spLocks noGrp="1"/>
          </p:cNvSpPr>
          <p:nvPr>
            <p:ph type="body" sz="quarter" idx="20" hasCustomPrompt="1"/>
          </p:nvPr>
        </p:nvSpPr>
        <p:spPr>
          <a:xfrm>
            <a:off x="3072088" y="500682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a:t>Answer: [insert answer prompts]. Change font for “Answer” to Century </a:t>
            </a:r>
            <a:r>
              <a:rPr lang="en-US" err="1"/>
              <a:t>Gothing</a:t>
            </a:r>
            <a:r>
              <a:rPr lang="en-US"/>
              <a:t> + bold (manual change). 13pt 17pt leading, 12pt space after.</a:t>
            </a:r>
          </a:p>
          <a:p>
            <a:pPr lvl="0"/>
            <a:r>
              <a:rPr lang="en-US"/>
              <a:t>This box adjust in height upward. </a:t>
            </a:r>
          </a:p>
          <a:p>
            <a:pPr lvl="0"/>
            <a:r>
              <a:rPr lang="en-US"/>
              <a:t>Do not overset text. </a:t>
            </a:r>
          </a:p>
          <a:p>
            <a:pPr lvl="0"/>
            <a:r>
              <a:rPr lang="en-US"/>
              <a:t>Do not make text box wider as it aligns with the question above.</a:t>
            </a:r>
          </a:p>
          <a:p>
            <a:pPr lvl="0"/>
            <a:r>
              <a:rPr lang="en-US"/>
              <a:t>Do not make font smaller</a:t>
            </a:r>
          </a:p>
          <a:p>
            <a:pPr lvl="0"/>
            <a:r>
              <a:rPr lang="en-US"/>
              <a:t>This is all the room you have for text </a:t>
            </a:r>
          </a:p>
        </p:txBody>
      </p:sp>
      <p:sp>
        <p:nvSpPr>
          <p:cNvPr id="10" name="Text Placeholder 20">
            <a:extLst>
              <a:ext uri="{FF2B5EF4-FFF2-40B4-BE49-F238E27FC236}">
                <a16:creationId xmlns:a16="http://schemas.microsoft.com/office/drawing/2014/main" id="{45EFF46D-7BD7-0910-3216-6699B62943AE}"/>
              </a:ext>
            </a:extLst>
          </p:cNvPr>
          <p:cNvSpPr>
            <a:spLocks noGrp="1"/>
          </p:cNvSpPr>
          <p:nvPr>
            <p:ph type="body" sz="quarter" idx="13" hasCustomPrompt="1"/>
          </p:nvPr>
        </p:nvSpPr>
        <p:spPr>
          <a:xfrm>
            <a:off x="2689088" y="871117"/>
            <a:ext cx="7153704" cy="3331232"/>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3" name="Title 14">
            <a:extLst>
              <a:ext uri="{FF2B5EF4-FFF2-40B4-BE49-F238E27FC236}">
                <a16:creationId xmlns:a16="http://schemas.microsoft.com/office/drawing/2014/main" id="{57AC486E-F009-C24C-95AD-8BCDA5CE5590}"/>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E7956CF9-4B04-C313-A613-5E62E36385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3">
            <a:extLst>
              <a:ext uri="{FF2B5EF4-FFF2-40B4-BE49-F238E27FC236}">
                <a16:creationId xmlns:a16="http://schemas.microsoft.com/office/drawing/2014/main" id="{103E387F-D7DE-4FD1-391D-82CAF5403640}"/>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9" name="Text Placeholder 3">
            <a:extLst>
              <a:ext uri="{FF2B5EF4-FFF2-40B4-BE49-F238E27FC236}">
                <a16:creationId xmlns:a16="http://schemas.microsoft.com/office/drawing/2014/main" id="{CF7834AE-26DF-EF5B-6D78-7CDDE5D44167}"/>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11" name="Text Placeholder 11">
            <a:extLst>
              <a:ext uri="{FF2B5EF4-FFF2-40B4-BE49-F238E27FC236}">
                <a16:creationId xmlns:a16="http://schemas.microsoft.com/office/drawing/2014/main" id="{C50F3A53-4AE7-0D2D-699B-C7C00B1EEDA8}"/>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2457729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24" name="Picture Placeholder 22">
            <a:extLst>
              <a:ext uri="{FF2B5EF4-FFF2-40B4-BE49-F238E27FC236}">
                <a16:creationId xmlns:a16="http://schemas.microsoft.com/office/drawing/2014/main" id="{ED90FDD6-CA22-376E-52FC-FF2563182A9C}"/>
              </a:ext>
            </a:extLst>
          </p:cNvPr>
          <p:cNvSpPr>
            <a:spLocks noGrp="1"/>
          </p:cNvSpPr>
          <p:nvPr>
            <p:ph type="pic" sz="quarter" idx="13"/>
          </p:nvPr>
        </p:nvSpPr>
        <p:spPr>
          <a:xfrm>
            <a:off x="2625725" y="884861"/>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916B364A-8930-8989-39F4-EAFD35D7E3FA}"/>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4" name="Text Placeholder 19">
            <a:extLst>
              <a:ext uri="{FF2B5EF4-FFF2-40B4-BE49-F238E27FC236}">
                <a16:creationId xmlns:a16="http://schemas.microsoft.com/office/drawing/2014/main" id="{358F32AB-6F51-27E3-DC38-3A0FF6AB63F2}"/>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6" name="Text Placeholder 3">
            <a:extLst>
              <a:ext uri="{FF2B5EF4-FFF2-40B4-BE49-F238E27FC236}">
                <a16:creationId xmlns:a16="http://schemas.microsoft.com/office/drawing/2014/main" id="{249E9DA9-B432-8169-0A2D-7FA7F175FA8E}"/>
              </a:ext>
            </a:extLst>
          </p:cNvPr>
          <p:cNvSpPr>
            <a:spLocks noGrp="1"/>
          </p:cNvSpPr>
          <p:nvPr>
            <p:ph type="body" sz="quarter" idx="10" hasCustomPrompt="1"/>
          </p:nvPr>
        </p:nvSpPr>
        <p:spPr>
          <a:xfrm>
            <a:off x="155004" y="874020"/>
            <a:ext cx="2167128" cy="1661993"/>
          </a:xfrm>
          <a:prstGeom prst="rect">
            <a:avLst/>
          </a:prstGeom>
        </p:spPr>
        <p:txBody>
          <a:bodyPr rIns="0">
            <a:spAutoFit/>
          </a:bodyPr>
          <a:lstStyle>
            <a:lvl1pPr marL="228600" indent="-228600">
              <a:lnSpc>
                <a:spcPct val="100000"/>
              </a:lnSpc>
              <a:spcBef>
                <a:spcPts val="3000"/>
              </a:spcBef>
              <a:spcAft>
                <a:spcPts val="1200"/>
              </a:spcAft>
              <a:buSzPct val="125000"/>
              <a:buFontTx/>
              <a:buBlip>
                <a:blip r:embed="rId2"/>
              </a:buBlip>
              <a:tabLst/>
              <a:defRPr sz="2000" b="1">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5425" indent="-228600">
              <a:lnSpc>
                <a:spcPct val="100000"/>
              </a:lnSpc>
              <a:spcBef>
                <a:spcPts val="0"/>
              </a:spcBef>
              <a:spcAft>
                <a:spcPts val="600"/>
              </a:spcAft>
              <a:buFont typeface="Courier New" panose="02070309020205020404" pitchFamily="49" charset="0"/>
              <a:buChar char="o"/>
              <a:tabLst/>
              <a:defRPr sz="1400">
                <a:latin typeface="Verdana" panose="020B0604030504040204" pitchFamily="34" charset="0"/>
                <a:ea typeface="Verdana" panose="020B0604030504040204" pitchFamily="34" charset="0"/>
                <a:cs typeface="Verdana" panose="020B0604030504040204" pitchFamily="34" charset="0"/>
              </a:defRPr>
            </a:lvl2pPr>
            <a:lvl3pPr marL="228600" indent="-228600">
              <a:lnSpc>
                <a:spcPct val="100000"/>
              </a:lnSpc>
              <a:spcBef>
                <a:spcPts val="3000"/>
              </a:spcBef>
              <a:spcAft>
                <a:spcPts val="1200"/>
              </a:spcAft>
              <a:buSzPct val="125000"/>
              <a:buFontTx/>
              <a:buBlip>
                <a:blip r:embed="rId2"/>
              </a:buBlip>
              <a:tabLst/>
              <a:defRPr b="1">
                <a:solidFill>
                  <a:srgbClr val="7EB9DB"/>
                </a:solidFill>
              </a:defRPr>
            </a:lvl3pPr>
            <a:lvl4pPr marL="225425" indent="-228600">
              <a:lnSpc>
                <a:spcPct val="100000"/>
              </a:lnSpc>
              <a:spcBef>
                <a:spcPts val="0"/>
              </a:spcBef>
              <a:spcAft>
                <a:spcPts val="600"/>
              </a:spcAft>
              <a:buFont typeface="Courier New" panose="02070309020205020404" pitchFamily="49" charset="0"/>
              <a:buChar char="o"/>
              <a:tabLst/>
              <a:defRPr sz="1400"/>
            </a:lvl4pPr>
          </a:lstStyle>
          <a:p>
            <a:r>
              <a:rPr lang="en-US"/>
              <a:t>Click to add text</a:t>
            </a:r>
          </a:p>
          <a:p>
            <a:pPr lvl="1"/>
            <a:r>
              <a:rPr lang="en-US"/>
              <a:t>Step 1</a:t>
            </a:r>
          </a:p>
          <a:p>
            <a:pPr lvl="1"/>
            <a:r>
              <a:rPr lang="en-US"/>
              <a:t>Step 2</a:t>
            </a:r>
          </a:p>
          <a:p>
            <a:pPr lvl="1"/>
            <a:endParaRPr lang="en-US"/>
          </a:p>
        </p:txBody>
      </p:sp>
      <p:sp>
        <p:nvSpPr>
          <p:cNvPr id="8" name="Text Placeholder 3">
            <a:extLst>
              <a:ext uri="{FF2B5EF4-FFF2-40B4-BE49-F238E27FC236}">
                <a16:creationId xmlns:a16="http://schemas.microsoft.com/office/drawing/2014/main" id="{F6151FB6-09E2-E98B-3718-6F6AE4681614}"/>
              </a:ext>
            </a:extLst>
          </p:cNvPr>
          <p:cNvSpPr>
            <a:spLocks noGrp="1"/>
          </p:cNvSpPr>
          <p:nvPr>
            <p:ph type="body" sz="quarter" idx="11" hasCustomPrompt="1"/>
          </p:nvPr>
        </p:nvSpPr>
        <p:spPr>
          <a:xfrm>
            <a:off x="10259732" y="852829"/>
            <a:ext cx="1777264" cy="1923604"/>
          </a:xfrm>
          <a:prstGeom prst="rect">
            <a:avLst/>
          </a:prstGeom>
        </p:spPr>
        <p:txBody>
          <a:bodyPr rIns="0">
            <a:spAutoFit/>
          </a:bodyPr>
          <a:lstStyle>
            <a:lvl1pPr marL="274320" indent="-274320">
              <a:spcBef>
                <a:spcPts val="1800"/>
              </a:spcBef>
              <a:spcAft>
                <a:spcPts val="0"/>
              </a:spcAft>
              <a:buSzPct val="180000"/>
              <a:buFontTx/>
              <a:buBlip>
                <a:blip r:embed="rId3"/>
              </a:buBlip>
              <a:tabLst/>
              <a:defRPr lang="en-US" sz="1000" b="1"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marL="173736" indent="-173736">
              <a:lnSpc>
                <a:spcPct val="100000"/>
              </a:lnSpc>
              <a:spcBef>
                <a:spcPts val="400"/>
              </a:spcBef>
              <a:spcAft>
                <a:spcPts val="0"/>
              </a:spcAft>
              <a:buFont typeface="Courier New" panose="02070309020205020404" pitchFamily="49" charset="0"/>
              <a:buChar char="o"/>
              <a:tabLst/>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vl3pPr marL="274320" marR="0" indent="-274320" algn="l" defTabSz="914400" rtl="0" eaLnBrk="1" fontAlgn="auto" latinLnBrk="0" hangingPunct="1">
              <a:lnSpc>
                <a:spcPct val="100000"/>
              </a:lnSpc>
              <a:spcBef>
                <a:spcPts val="3000"/>
              </a:spcBef>
              <a:spcAft>
                <a:spcPts val="0"/>
              </a:spcAft>
              <a:buClrTx/>
              <a:buSzPct val="140000"/>
              <a:buFontTx/>
              <a:buBlip>
                <a:blip r:embed="rId4"/>
              </a:buBlip>
              <a:tabLst/>
              <a:defRPr lang="en-US" sz="1000" b="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3pPr>
            <a:lvl4pPr marL="9525" marR="0" indent="-9525" algn="l" defTabSz="914400" rtl="0" eaLnBrk="1" fontAlgn="auto" latinLnBrk="0" hangingPunct="1">
              <a:lnSpc>
                <a:spcPct val="100000"/>
              </a:lnSpc>
              <a:spcBef>
                <a:spcPts val="400"/>
              </a:spcBef>
              <a:spcAft>
                <a:spcPts val="0"/>
              </a:spcAft>
              <a:buClr>
                <a:schemeClr val="bg1">
                  <a:lumMod val="95000"/>
                </a:schemeClr>
              </a:buClr>
              <a:buSzPct val="25000"/>
              <a:buFont typeface="Arial" panose="020B0604020202020204" pitchFamily="34" charset="0"/>
              <a:buChar char="•"/>
              <a:tabLst/>
              <a:defRPr lang="en-US" sz="900" b="0" i="1"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4pPr>
            <a:lvl5pPr marL="173736" indent="-173736">
              <a:lnSpc>
                <a:spcPct val="100000"/>
              </a:lnSpc>
              <a:spcBef>
                <a:spcPts val="400"/>
              </a:spcBef>
              <a:buClr>
                <a:schemeClr val="bg1">
                  <a:lumMod val="50000"/>
                </a:schemeClr>
              </a:buClr>
              <a:buFont typeface="Courier New" panose="02070309020205020404" pitchFamily="49" charset="0"/>
              <a:buChar char="o"/>
              <a:tabLst/>
              <a:defRPr lang="en-US" sz="900" i="0" kern="1200" dirty="0" smtClean="0">
                <a:solidFill>
                  <a:srgbClr val="727272"/>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add text</a:t>
            </a:r>
          </a:p>
          <a:p>
            <a:pPr lvl="1"/>
            <a:r>
              <a:rPr lang="en-US"/>
              <a:t>Step 1</a:t>
            </a:r>
          </a:p>
          <a:p>
            <a:pPr lvl="1"/>
            <a:r>
              <a:rPr lang="en-US"/>
              <a:t>Step 2</a:t>
            </a:r>
          </a:p>
          <a:p>
            <a:pPr lvl="1"/>
            <a:r>
              <a:rPr lang="en-US"/>
              <a:t>Step 3</a:t>
            </a:r>
          </a:p>
          <a:p>
            <a:pPr lvl="2"/>
            <a:r>
              <a:rPr lang="en-US"/>
              <a:t>Teach</a:t>
            </a:r>
          </a:p>
          <a:p>
            <a:pPr lvl="3"/>
            <a:r>
              <a:rPr lang="en-US"/>
              <a:t>Step 1 Step1 Step 1</a:t>
            </a:r>
          </a:p>
          <a:p>
            <a:pPr lvl="4"/>
            <a:r>
              <a:rPr lang="en-US"/>
              <a:t>Step 1</a:t>
            </a:r>
          </a:p>
          <a:p>
            <a:pPr lvl="4"/>
            <a:r>
              <a:rPr lang="en-US"/>
              <a:t>Step 2</a:t>
            </a:r>
          </a:p>
        </p:txBody>
      </p:sp>
      <p:sp>
        <p:nvSpPr>
          <p:cNvPr id="9" name="Text Placeholder 11">
            <a:extLst>
              <a:ext uri="{FF2B5EF4-FFF2-40B4-BE49-F238E27FC236}">
                <a16:creationId xmlns:a16="http://schemas.microsoft.com/office/drawing/2014/main" id="{27EEB31A-D29D-27DB-FF2D-B4A116958547}"/>
              </a:ext>
            </a:extLst>
          </p:cNvPr>
          <p:cNvSpPr>
            <a:spLocks noGrp="1"/>
          </p:cNvSpPr>
          <p:nvPr>
            <p:ph type="body" sz="quarter" idx="18" hasCustomPrompt="1"/>
          </p:nvPr>
        </p:nvSpPr>
        <p:spPr>
          <a:xfrm>
            <a:off x="155004" y="5987749"/>
            <a:ext cx="2167128" cy="687368"/>
          </a:xfrm>
          <a:prstGeom prst="rect">
            <a:avLst/>
          </a:prstGeom>
        </p:spPr>
        <p:txBody>
          <a:bodyPr rIns="0" anchor="b" anchorCtr="0">
            <a:spAutoFit/>
          </a:bodyPr>
          <a:lstStyle>
            <a:lvl1pPr marL="0" indent="0">
              <a:lnSpc>
                <a:spcPct val="100000"/>
              </a:lnSpc>
              <a:spcBef>
                <a:spcPts val="1200"/>
              </a:spcBef>
              <a:buClr>
                <a:schemeClr val="bg1"/>
              </a:buClr>
              <a:buSzPct val="25000"/>
              <a:defRPr lang="en-US" sz="1200" b="1" kern="1200" dirty="0" smtClean="0">
                <a:solidFill>
                  <a:srgbClr val="7EB9DC"/>
                </a:solidFill>
                <a:latin typeface="Verdana" panose="020B0604030504040204" pitchFamily="34" charset="0"/>
                <a:ea typeface="Verdana" panose="020B0604030504040204" pitchFamily="34" charset="0"/>
                <a:cs typeface="Verdana" panose="020B0604030504040204" pitchFamily="34" charset="0"/>
              </a:defRPr>
            </a:lvl1pPr>
            <a:lvl2pPr marL="228600">
              <a:lnSpc>
                <a:spcPct val="100000"/>
              </a:lnSpc>
              <a:spcBef>
                <a:spcPts val="400"/>
              </a:spcBef>
              <a:buFont typeface="+mj-lt"/>
              <a:buAutoNum type="arabicPeriod"/>
              <a:defRPr lang="en-US" sz="1000" kern="1200" dirty="0" smtClean="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2pPr>
          </a:lstStyle>
          <a:p>
            <a:pPr lvl="0"/>
            <a:r>
              <a:rPr lang="en-US"/>
              <a:t>Click to add text</a:t>
            </a:r>
          </a:p>
          <a:p>
            <a:pPr lvl="1"/>
            <a:r>
              <a:rPr lang="en-US"/>
              <a:t>Second level</a:t>
            </a:r>
          </a:p>
          <a:p>
            <a:pPr lvl="1"/>
            <a:r>
              <a:rPr lang="en-US"/>
              <a:t>Step 2</a:t>
            </a:r>
          </a:p>
        </p:txBody>
      </p:sp>
    </p:spTree>
    <p:extLst>
      <p:ext uri="{BB962C8B-B14F-4D97-AF65-F5344CB8AC3E}">
        <p14:creationId xmlns:p14="http://schemas.microsoft.com/office/powerpoint/2010/main" val="743988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ulleted List">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0E900C87-D37C-2072-64B1-81C433FA8C1F}"/>
              </a:ext>
            </a:extLst>
          </p:cNvPr>
          <p:cNvSpPr>
            <a:spLocks noGrp="1"/>
          </p:cNvSpPr>
          <p:nvPr>
            <p:ph type="body" sz="quarter" idx="13" hasCustomPrompt="1"/>
          </p:nvPr>
        </p:nvSpPr>
        <p:spPr>
          <a:xfrm>
            <a:off x="2689088" y="1745059"/>
            <a:ext cx="7153704" cy="4449484"/>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Arial" panose="020B0604020202020204" pitchFamily="34" charset="0"/>
              <a:buChar char="•"/>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This is a Number list</a:t>
            </a:r>
          </a:p>
          <a:p>
            <a:pPr lvl="0"/>
            <a:r>
              <a:rPr lang="en-US"/>
              <a:t>Font is Verdana</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a:p>
            <a:pPr marL="406400" marR="0" lvl="0" indent="-409575" algn="l" defTabSz="457189" rtl="0" eaLnBrk="1" fontAlgn="base" latinLnBrk="0" hangingPunct="1">
              <a:lnSpc>
                <a:spcPts val="2900"/>
              </a:lnSpc>
              <a:spcBef>
                <a:spcPts val="0"/>
              </a:spcBef>
              <a:spcAft>
                <a:spcPts val="1200"/>
              </a:spcAft>
              <a:buClrTx/>
              <a:buSzTx/>
              <a:tabLst/>
              <a:defRPr/>
            </a:pPr>
            <a:r>
              <a:rPr lang="en-US"/>
              <a:t>Lorum ipsum Lorum ipsum Lorum ipsum Lorum ipsum Lorum ipsum Lorum ipsum</a:t>
            </a:r>
          </a:p>
        </p:txBody>
      </p:sp>
      <p:sp>
        <p:nvSpPr>
          <p:cNvPr id="10" name="Text Placeholder 17">
            <a:extLst>
              <a:ext uri="{FF2B5EF4-FFF2-40B4-BE49-F238E27FC236}">
                <a16:creationId xmlns:a16="http://schemas.microsoft.com/office/drawing/2014/main" id="{E0D3E02F-388E-EAE5-255D-592573A55AB6}"/>
              </a:ext>
            </a:extLst>
          </p:cNvPr>
          <p:cNvSpPr>
            <a:spLocks noGrp="1"/>
          </p:cNvSpPr>
          <p:nvPr>
            <p:ph type="body" sz="quarter" idx="14" hasCustomPrompt="1"/>
          </p:nvPr>
        </p:nvSpPr>
        <p:spPr>
          <a:xfrm>
            <a:off x="2689497" y="1175020"/>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F5F48B49-31AC-D98C-D5B8-CCF5FFCC10F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28187AE4-3B73-99D6-289C-20394EE74546}"/>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E03F6106-A17F-9AE5-AC02-62FA3BA276F6}"/>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30556133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with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745060"/>
            <a:ext cx="7153704" cy="444948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a:t>
            </a:r>
            <a:r>
              <a:rPr lang="en-US" err="1"/>
              <a:t>verdana</a:t>
            </a:r>
            <a:r>
              <a:rPr lang="en-US"/>
              <a:t>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a:t>
            </a:r>
          </a:p>
        </p:txBody>
      </p:sp>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C7E10617-7F16-AF90-D7EF-9B76E8DD0C1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62389149-6432-79DD-6099-7979358A5DA3}"/>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18030947-61E0-B1B8-5F7F-B55E571C7BE7}"/>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9960556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2-5 Sample Modeling Writing - Body Text">
    <p:spTree>
      <p:nvGrpSpPr>
        <p:cNvPr id="1" name=""/>
        <p:cNvGrpSpPr/>
        <p:nvPr/>
      </p:nvGrpSpPr>
      <p:grpSpPr>
        <a:xfrm>
          <a:off x="0" y="0"/>
          <a:ext cx="0" cy="0"/>
          <a:chOff x="0" y="0"/>
          <a:chExt cx="0" cy="0"/>
        </a:xfrm>
      </p:grpSpPr>
      <p:sp>
        <p:nvSpPr>
          <p:cNvPr id="6" name="Text Placeholder 20">
            <a:extLst>
              <a:ext uri="{FF2B5EF4-FFF2-40B4-BE49-F238E27FC236}">
                <a16:creationId xmlns:a16="http://schemas.microsoft.com/office/drawing/2014/main" id="{8B6E3F34-F251-6A97-68D4-6EABD4188F2D}"/>
              </a:ext>
            </a:extLst>
          </p:cNvPr>
          <p:cNvSpPr>
            <a:spLocks noGrp="1"/>
          </p:cNvSpPr>
          <p:nvPr>
            <p:ph type="body" sz="quarter" idx="25" hasCustomPrompt="1"/>
          </p:nvPr>
        </p:nvSpPr>
        <p:spPr>
          <a:xfrm>
            <a:off x="2689088" y="1284270"/>
            <a:ext cx="7153704" cy="4910274"/>
          </a:xfrm>
          <a:prstGeom prst="rect">
            <a:avLst/>
          </a:prstGeom>
        </p:spPr>
        <p:txBody>
          <a:bodyPr lIns="0"/>
          <a:lstStyle>
            <a:lvl1pPr marL="0" marR="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lang="en-US" sz="2000" b="0" i="0">
                <a:latin typeface="Verdana" panose="020B0604030504040204" pitchFamily="34" charset="0"/>
                <a:ea typeface="Verdana" panose="020B0604030504040204" pitchFamily="34" charset="0"/>
                <a:cs typeface="Verdana" panose="020B0604030504040204" pitchFamily="34" charset="0"/>
              </a:defRPr>
            </a:lvl1pPr>
          </a:lstStyle>
          <a:p>
            <a:pPr lvl="0"/>
            <a:r>
              <a:rPr lang="en-US"/>
              <a:t>Body text. Font is Verdana at 20 points. No more than 440 characters w/spaces.</a:t>
            </a:r>
          </a:p>
          <a:p>
            <a:pPr lvl="0"/>
            <a:r>
              <a:rPr lang="en-US"/>
              <a:t>Space after 12 pt and  leading is 29 pt.</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 Lorum ipsum Lorum ipsum Lorum ipsum Lorum ipsum Lorum ipsum Lorum ipsum Lorum ipsum Lorum ipsum Lorum ipsum Lorum ipsum Lorum ipsum Lorum ipsum </a:t>
            </a:r>
          </a:p>
          <a:p>
            <a:pPr marL="0" marR="0" lvl="0" indent="0" algn="l" defTabSz="457189" rtl="0" eaLnBrk="1" fontAlgn="base" latinLnBrk="0" hangingPunct="1">
              <a:lnSpc>
                <a:spcPts val="2900"/>
              </a:lnSpc>
              <a:spcBef>
                <a:spcPts val="0"/>
              </a:spcBef>
              <a:spcAft>
                <a:spcPts val="1200"/>
              </a:spcAft>
              <a:buClrTx/>
              <a:buSzTx/>
              <a:buFont typeface="Arial" panose="020B0604020202020204" pitchFamily="34" charset="0"/>
              <a:buNone/>
              <a:tabLst/>
              <a:defRPr/>
            </a:pPr>
            <a:r>
              <a:rPr lang="en-US"/>
              <a:t>Lorum ipsum Lorum ipsum</a:t>
            </a:r>
          </a:p>
        </p:txBody>
      </p:sp>
      <p:sp>
        <p:nvSpPr>
          <p:cNvPr id="2" name="Title 14">
            <a:extLst>
              <a:ext uri="{FF2B5EF4-FFF2-40B4-BE49-F238E27FC236}">
                <a16:creationId xmlns:a16="http://schemas.microsoft.com/office/drawing/2014/main" id="{1D1691DF-E680-788E-2197-E53CE60EF73C}"/>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22B42E2D-6BB6-50F9-79C9-F880F0E2C6BA}"/>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4993C5ED-BC1A-A4B6-C3F2-3EB443FC2D70}"/>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1846347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2-5 Sample Modeling Writing - A-hd">
    <p:spTree>
      <p:nvGrpSpPr>
        <p:cNvPr id="1" name=""/>
        <p:cNvGrpSpPr/>
        <p:nvPr/>
      </p:nvGrpSpPr>
      <p:grpSpPr>
        <a:xfrm>
          <a:off x="0" y="0"/>
          <a:ext cx="0" cy="0"/>
          <a:chOff x="0" y="0"/>
          <a:chExt cx="0" cy="0"/>
        </a:xfrm>
      </p:grpSpPr>
      <p:sp>
        <p:nvSpPr>
          <p:cNvPr id="8" name="Text Placeholder 17">
            <a:extLst>
              <a:ext uri="{FF2B5EF4-FFF2-40B4-BE49-F238E27FC236}">
                <a16:creationId xmlns:a16="http://schemas.microsoft.com/office/drawing/2014/main" id="{D645BA33-BED6-679D-4CCC-F2D5719A50D1}"/>
              </a:ext>
            </a:extLst>
          </p:cNvPr>
          <p:cNvSpPr>
            <a:spLocks noGrp="1"/>
          </p:cNvSpPr>
          <p:nvPr>
            <p:ph type="body" sz="quarter" idx="26" hasCustomPrompt="1"/>
          </p:nvPr>
        </p:nvSpPr>
        <p:spPr>
          <a:xfrm>
            <a:off x="2689497" y="1175021"/>
            <a:ext cx="7153704" cy="570039"/>
          </a:xfrm>
          <a:prstGeom prst="rect">
            <a:avLst/>
          </a:prstGeom>
        </p:spPr>
        <p:txBody>
          <a:bodyPr lIns="0"/>
          <a:lstStyle>
            <a:lvl1pPr marL="0" indent="0">
              <a:buNone/>
              <a:defRPr sz="2000" b="1" i="0">
                <a:latin typeface="Verdana" panose="020B0604030504040204" pitchFamily="34" charset="0"/>
                <a:ea typeface="Verdana" panose="020B0604030504040204" pitchFamily="34" charset="0"/>
                <a:cs typeface="Verdana" panose="020B0604030504040204" pitchFamily="34" charset="0"/>
              </a:defRPr>
            </a:lvl1pPr>
          </a:lstStyle>
          <a:p>
            <a:r>
              <a:rPr lang="en-US"/>
              <a:t>Header Verdana 20pt</a:t>
            </a:r>
          </a:p>
        </p:txBody>
      </p:sp>
      <p:sp>
        <p:nvSpPr>
          <p:cNvPr id="2" name="Title 14">
            <a:extLst>
              <a:ext uri="{FF2B5EF4-FFF2-40B4-BE49-F238E27FC236}">
                <a16:creationId xmlns:a16="http://schemas.microsoft.com/office/drawing/2014/main" id="{480F0C35-C682-FFA9-0BE4-666DB25D55BD}"/>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019E10B0-BE3E-4951-02F0-FCCCC15757CC}"/>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3B8D2015-2819-B7D5-F3C5-0978A57C38A3}"/>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88284831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2-5 Sample Modeling Writing - Number List With Annos Annos">
    <p:spTree>
      <p:nvGrpSpPr>
        <p:cNvPr id="1" name=""/>
        <p:cNvGrpSpPr/>
        <p:nvPr/>
      </p:nvGrpSpPr>
      <p:grpSpPr>
        <a:xfrm>
          <a:off x="0" y="0"/>
          <a:ext cx="0" cy="0"/>
          <a:chOff x="0" y="0"/>
          <a:chExt cx="0" cy="0"/>
        </a:xfrm>
      </p:grpSpPr>
      <p:sp>
        <p:nvSpPr>
          <p:cNvPr id="9" name="Text Placeholder 20">
            <a:extLst>
              <a:ext uri="{FF2B5EF4-FFF2-40B4-BE49-F238E27FC236}">
                <a16:creationId xmlns:a16="http://schemas.microsoft.com/office/drawing/2014/main" id="{1C613037-2D14-FD58-2F58-4910BE6CDF0E}"/>
              </a:ext>
            </a:extLst>
          </p:cNvPr>
          <p:cNvSpPr>
            <a:spLocks noGrp="1"/>
          </p:cNvSpPr>
          <p:nvPr>
            <p:ph type="body" sz="quarter" idx="15" hasCustomPrompt="1"/>
          </p:nvPr>
        </p:nvSpPr>
        <p:spPr>
          <a:xfrm>
            <a:off x="2689088" y="1150855"/>
            <a:ext cx="7153704" cy="1446859"/>
          </a:xfrm>
          <a:prstGeom prst="rect">
            <a:avLst/>
          </a:prstGeom>
        </p:spPr>
        <p:txBody>
          <a:bodyPr lIns="0"/>
          <a:lstStyle>
            <a:lvl1pPr marL="406400" marR="0" indent="-409575" algn="l" defTabSz="457189" rtl="0" eaLnBrk="1" fontAlgn="base" latinLnBrk="0" hangingPunct="1">
              <a:lnSpc>
                <a:spcPts val="2900"/>
              </a:lnSpc>
              <a:spcBef>
                <a:spcPts val="0"/>
              </a:spcBef>
              <a:spcAft>
                <a:spcPts val="1200"/>
              </a:spcAft>
              <a:buClrTx/>
              <a:buSzTx/>
              <a:buFont typeface="+mj-lt"/>
              <a:buAutoNum type="arabicPeriod"/>
              <a:tabLst/>
              <a:defRPr sz="2000">
                <a:latin typeface="Verdana" panose="020B0604030504040204" pitchFamily="34" charset="0"/>
                <a:ea typeface="Verdana" panose="020B0604030504040204" pitchFamily="34" charset="0"/>
                <a:cs typeface="Verdana" panose="020B0604030504040204" pitchFamily="34" charset="0"/>
              </a:defRPr>
            </a:lvl1pPr>
          </a:lstStyle>
          <a:p>
            <a:pPr marL="406400" marR="0" lvl="0" indent="-409575" algn="l" defTabSz="457189" rtl="0" eaLnBrk="1" fontAlgn="base" latinLnBrk="0" hangingPunct="1">
              <a:lnSpc>
                <a:spcPts val="2900"/>
              </a:lnSpc>
              <a:spcBef>
                <a:spcPts val="0"/>
              </a:spcBef>
              <a:spcAft>
                <a:spcPts val="1200"/>
              </a:spcAft>
              <a:buClrTx/>
              <a:buSzTx/>
              <a:buFont typeface="+mj-lt"/>
              <a:buAutoNum type="arabicPeriod"/>
              <a:tabLst/>
              <a:defRPr/>
            </a:pPr>
            <a:r>
              <a:rPr lang="en-US"/>
              <a:t>Lorum ipsum Lorum ipsum Lorum ipsum Lorum ipsum Lorum ipsum Lorum ipsum</a:t>
            </a:r>
          </a:p>
        </p:txBody>
      </p:sp>
      <p:sp>
        <p:nvSpPr>
          <p:cNvPr id="10" name="Text Placeholder 20">
            <a:extLst>
              <a:ext uri="{FF2B5EF4-FFF2-40B4-BE49-F238E27FC236}">
                <a16:creationId xmlns:a16="http://schemas.microsoft.com/office/drawing/2014/main" id="{485D38BF-04C1-2BC1-5264-43A595FDB61F}"/>
              </a:ext>
            </a:extLst>
          </p:cNvPr>
          <p:cNvSpPr>
            <a:spLocks noGrp="1"/>
          </p:cNvSpPr>
          <p:nvPr>
            <p:ph type="body" sz="quarter" idx="20" hasCustomPrompt="1"/>
          </p:nvPr>
        </p:nvSpPr>
        <p:spPr>
          <a:xfrm>
            <a:off x="3072088" y="5263674"/>
            <a:ext cx="6770704" cy="957171"/>
          </a:xfrm>
          <a:prstGeom prst="rect">
            <a:avLst/>
          </a:prstGeom>
        </p:spPr>
        <p:txBody>
          <a:bodyPr lIns="0" anchor="b" anchorCtr="0"/>
          <a:lstStyle>
            <a:lvl1pPr marL="0" indent="0">
              <a:lnSpc>
                <a:spcPts val="1700"/>
              </a:lnSpc>
              <a:spcBef>
                <a:spcPts val="1200"/>
              </a:spcBef>
              <a:buFont typeface="+mj-lt"/>
              <a:buNone/>
              <a:defRPr sz="1300" b="0" i="0">
                <a:solidFill>
                  <a:srgbClr val="0070C0"/>
                </a:solidFill>
                <a:latin typeface="Comic Sans MS" panose="030F0902030302020204" pitchFamily="66" charset="0"/>
              </a:defRPr>
            </a:lvl1pPr>
          </a:lstStyle>
          <a:p>
            <a:pPr lvl="0"/>
            <a:r>
              <a:rPr lang="en-US"/>
              <a:t>Answer: [insert answer prompts]. Change font for “Answer” to Century </a:t>
            </a:r>
            <a:r>
              <a:rPr lang="en-US" err="1"/>
              <a:t>Gothing</a:t>
            </a:r>
            <a:r>
              <a:rPr lang="en-US"/>
              <a:t> + bold (manual change). 13pt 17pt leading, 12pt space after.</a:t>
            </a:r>
          </a:p>
          <a:p>
            <a:pPr lvl="0"/>
            <a:r>
              <a:rPr lang="en-US"/>
              <a:t>This box adjust in height upward. </a:t>
            </a:r>
          </a:p>
          <a:p>
            <a:pPr lvl="0"/>
            <a:r>
              <a:rPr lang="en-US"/>
              <a:t>Do not overset text. </a:t>
            </a:r>
          </a:p>
          <a:p>
            <a:pPr lvl="0"/>
            <a:r>
              <a:rPr lang="en-US"/>
              <a:t>Do not make text box wider as it aligns with the question above.</a:t>
            </a:r>
          </a:p>
          <a:p>
            <a:pPr lvl="0"/>
            <a:r>
              <a:rPr lang="en-US"/>
              <a:t>Do not make font smaller</a:t>
            </a:r>
          </a:p>
          <a:p>
            <a:pPr lvl="0"/>
            <a:r>
              <a:rPr lang="en-US"/>
              <a:t>This is all the room you have for text </a:t>
            </a:r>
          </a:p>
        </p:txBody>
      </p:sp>
      <p:sp>
        <p:nvSpPr>
          <p:cNvPr id="2" name="Title 14">
            <a:extLst>
              <a:ext uri="{FF2B5EF4-FFF2-40B4-BE49-F238E27FC236}">
                <a16:creationId xmlns:a16="http://schemas.microsoft.com/office/drawing/2014/main" id="{AC3352C4-1A19-BDF6-B79A-0CE226F94371}"/>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3" name="Text Placeholder 19">
            <a:extLst>
              <a:ext uri="{FF2B5EF4-FFF2-40B4-BE49-F238E27FC236}">
                <a16:creationId xmlns:a16="http://schemas.microsoft.com/office/drawing/2014/main" id="{4BD6CE2F-06B3-2918-9F6D-554F5C6B8C70}"/>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FA953583-67E8-9559-A559-FB557C760D60}"/>
              </a:ext>
            </a:extLst>
          </p:cNvPr>
          <p:cNvSpPr>
            <a:spLocks noGrp="1"/>
          </p:cNvSpPr>
          <p:nvPr>
            <p:ph type="body" sz="quarter" idx="21"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21867670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2-5 Sample Modeling Writing - Image Only">
    <p:spTree>
      <p:nvGrpSpPr>
        <p:cNvPr id="1" name=""/>
        <p:cNvGrpSpPr/>
        <p:nvPr/>
      </p:nvGrpSpPr>
      <p:grpSpPr>
        <a:xfrm>
          <a:off x="0" y="0"/>
          <a:ext cx="0" cy="0"/>
          <a:chOff x="0" y="0"/>
          <a:chExt cx="0" cy="0"/>
        </a:xfrm>
      </p:grpSpPr>
      <p:sp>
        <p:nvSpPr>
          <p:cNvPr id="2" name="Picture Placeholder 22">
            <a:extLst>
              <a:ext uri="{FF2B5EF4-FFF2-40B4-BE49-F238E27FC236}">
                <a16:creationId xmlns:a16="http://schemas.microsoft.com/office/drawing/2014/main" id="{BBD4AF64-687D-341D-3526-1443CA27F500}"/>
              </a:ext>
            </a:extLst>
          </p:cNvPr>
          <p:cNvSpPr>
            <a:spLocks noGrp="1"/>
          </p:cNvSpPr>
          <p:nvPr>
            <p:ph type="pic" sz="quarter" idx="13"/>
          </p:nvPr>
        </p:nvSpPr>
        <p:spPr>
          <a:xfrm>
            <a:off x="2625725" y="1234183"/>
            <a:ext cx="7216775" cy="4847588"/>
          </a:xfrm>
          <a:prstGeom prst="rect">
            <a:avLst/>
          </a:prstGeom>
          <a:solidFill>
            <a:schemeClr val="bg1">
              <a:lumMod val="95000"/>
            </a:schemeClr>
          </a:solidFill>
        </p:spPr>
        <p:txBody>
          <a:bodyPr/>
          <a:lstStyle/>
          <a:p>
            <a:endParaRPr lang="en-US"/>
          </a:p>
        </p:txBody>
      </p:sp>
      <p:sp>
        <p:nvSpPr>
          <p:cNvPr id="3" name="Title 14">
            <a:extLst>
              <a:ext uri="{FF2B5EF4-FFF2-40B4-BE49-F238E27FC236}">
                <a16:creationId xmlns:a16="http://schemas.microsoft.com/office/drawing/2014/main" id="{ED022BFF-1CFC-C5B2-A5B2-20D186847543}"/>
              </a:ext>
            </a:extLst>
          </p:cNvPr>
          <p:cNvSpPr>
            <a:spLocks noGrp="1"/>
          </p:cNvSpPr>
          <p:nvPr>
            <p:ph type="title" hasCustomPrompt="1"/>
          </p:nvPr>
        </p:nvSpPr>
        <p:spPr>
          <a:xfrm>
            <a:off x="75143" y="80199"/>
            <a:ext cx="10064279" cy="357451"/>
          </a:xfrm>
          <a:prstGeom prst="rect">
            <a:avLst/>
          </a:prstGeom>
        </p:spPr>
        <p:txBody>
          <a:bodyPr/>
          <a:lstStyle>
            <a:lvl1pPr algn="l">
              <a:defRPr kumimoji="0" lang="en-US" sz="1600" b="1" i="0" u="none" strike="noStrike" kern="1200" cap="none" spc="0" normalizeH="0" baseline="0" dirty="0" smtClean="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defRPr>
            </a:lvl1pPr>
          </a:lstStyle>
          <a:p>
            <a:r>
              <a:rPr lang="en-US"/>
              <a:t>Lesson X | Tk </a:t>
            </a:r>
            <a:r>
              <a:rPr lang="en-US" err="1"/>
              <a:t>tk</a:t>
            </a:r>
            <a:r>
              <a:rPr lang="en-US"/>
              <a:t> </a:t>
            </a:r>
            <a:r>
              <a:rPr lang="en-US" err="1"/>
              <a:t>tk</a:t>
            </a:r>
            <a:r>
              <a:rPr lang="en-US"/>
              <a:t> </a:t>
            </a:r>
          </a:p>
        </p:txBody>
      </p:sp>
      <p:sp>
        <p:nvSpPr>
          <p:cNvPr id="5" name="Text Placeholder 19">
            <a:extLst>
              <a:ext uri="{FF2B5EF4-FFF2-40B4-BE49-F238E27FC236}">
                <a16:creationId xmlns:a16="http://schemas.microsoft.com/office/drawing/2014/main" id="{99334D4B-4B02-EBBE-76F1-571DD5C4F157}"/>
              </a:ext>
            </a:extLst>
          </p:cNvPr>
          <p:cNvSpPr>
            <a:spLocks noGrp="1"/>
          </p:cNvSpPr>
          <p:nvPr>
            <p:ph type="body" sz="quarter" idx="12" hasCustomPrompt="1"/>
          </p:nvPr>
        </p:nvSpPr>
        <p:spPr>
          <a:xfrm>
            <a:off x="10393400" y="80199"/>
            <a:ext cx="1777264" cy="357452"/>
          </a:xfrm>
          <a:prstGeom prst="rect">
            <a:avLst/>
          </a:prstGeom>
        </p:spPr>
        <p:txBody>
          <a:bodyPr/>
          <a:lstStyle>
            <a:lvl1pPr algn="r">
              <a:buNone/>
              <a:defRPr sz="160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(X Min.)</a:t>
            </a:r>
          </a:p>
        </p:txBody>
      </p:sp>
      <p:sp>
        <p:nvSpPr>
          <p:cNvPr id="4" name="Text Placeholder 4">
            <a:extLst>
              <a:ext uri="{FF2B5EF4-FFF2-40B4-BE49-F238E27FC236}">
                <a16:creationId xmlns:a16="http://schemas.microsoft.com/office/drawing/2014/main" id="{B09EF9B6-89DD-D538-1E5E-9DC54BCC9842}"/>
              </a:ext>
            </a:extLst>
          </p:cNvPr>
          <p:cNvSpPr>
            <a:spLocks noGrp="1"/>
          </p:cNvSpPr>
          <p:nvPr>
            <p:ph type="body" sz="quarter" idx="15" hasCustomPrompt="1"/>
          </p:nvPr>
        </p:nvSpPr>
        <p:spPr>
          <a:xfrm>
            <a:off x="10033499" y="5805518"/>
            <a:ext cx="1555750" cy="420628"/>
          </a:xfrm>
          <a:prstGeom prst="rect">
            <a:avLst/>
          </a:prstGeom>
        </p:spPr>
        <p:txBody>
          <a:bodyPr rIns="0" anchor="b" anchorCtr="0">
            <a:spAutoFit/>
          </a:bodyPr>
          <a:lstStyle>
            <a:lvl1pPr marL="173736" indent="-173736">
              <a:spcBef>
                <a:spcPts val="400"/>
              </a:spcBef>
              <a:buFont typeface="Courier New" panose="02070309020205020404" pitchFamily="49" charset="0"/>
              <a:buChar char="o"/>
              <a:defRPr sz="900">
                <a:solidFill>
                  <a:schemeClr val="bg1">
                    <a:lumMod val="50000"/>
                  </a:schemeClr>
                </a:solidFill>
                <a:latin typeface="Verdana" panose="020B0604030504040204" pitchFamily="34" charset="0"/>
                <a:ea typeface="Verdana" panose="020B0604030504040204" pitchFamily="34" charset="0"/>
                <a:cs typeface="Verdana" panose="020B0604030504040204" pitchFamily="34" charset="0"/>
              </a:defRPr>
            </a:lvl1pPr>
            <a:lvl2pPr>
              <a:defRPr lang="en-US" sz="900" kern="1200" dirty="0" smtClean="0">
                <a:solidFill>
                  <a:schemeClr val="bg1">
                    <a:lumMod val="50000"/>
                  </a:schemeClr>
                </a:solidFill>
                <a:latin typeface="Century Gothic"/>
                <a:ea typeface="MS PGothic" pitchFamily="34" charset="-128"/>
                <a:cs typeface="Century Gothic"/>
              </a:defRPr>
            </a:lvl2pPr>
          </a:lstStyle>
          <a:p>
            <a:pPr lvl="0"/>
            <a:r>
              <a:rPr lang="en-US"/>
              <a:t>Step 1</a:t>
            </a:r>
          </a:p>
          <a:p>
            <a:pPr lvl="0"/>
            <a:r>
              <a:rPr lang="en-US"/>
              <a:t>Step 2</a:t>
            </a:r>
          </a:p>
        </p:txBody>
      </p:sp>
    </p:spTree>
    <p:extLst>
      <p:ext uri="{BB962C8B-B14F-4D97-AF65-F5344CB8AC3E}">
        <p14:creationId xmlns:p14="http://schemas.microsoft.com/office/powerpoint/2010/main" val="16034152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3.xml"/><Relationship Id="rId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slideLayout" Target="../slideLayouts/slideLayout13.xml"/><Relationship Id="rId7"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C33C81-EAF4-71F5-59C6-5B53C603EF81}"/>
              </a:ext>
            </a:extLst>
          </p:cNvPr>
          <p:cNvSpPr/>
          <p:nvPr userDrawn="1"/>
        </p:nvSpPr>
        <p:spPr>
          <a:xfrm>
            <a:off x="1859280" y="1229360"/>
            <a:ext cx="8392160" cy="5415279"/>
          </a:xfrm>
          <a:prstGeom prst="rect">
            <a:avLst/>
          </a:prstGeom>
          <a:noFill/>
          <a:ln w="190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pic>
        <p:nvPicPr>
          <p:cNvPr id="3" name="Picture 2">
            <a:extLst>
              <a:ext uri="{FF2B5EF4-FFF2-40B4-BE49-F238E27FC236}">
                <a16:creationId xmlns:a16="http://schemas.microsoft.com/office/drawing/2014/main" id="{A9C027F4-83F5-9B24-9167-5124D10068AB}"/>
              </a:ext>
            </a:extLst>
          </p:cNvPr>
          <p:cNvPicPr>
            <a:picLocks noChangeAspect="1"/>
          </p:cNvPicPr>
          <p:nvPr userDrawn="1"/>
        </p:nvPicPr>
        <p:blipFill>
          <a:blip r:embed="rId3"/>
          <a:srcRect/>
          <a:stretch/>
        </p:blipFill>
        <p:spPr>
          <a:xfrm>
            <a:off x="3048" y="0"/>
            <a:ext cx="12185904" cy="6858000"/>
          </a:xfrm>
          <a:prstGeom prst="rect">
            <a:avLst/>
          </a:prstGeom>
        </p:spPr>
      </p:pic>
    </p:spTree>
    <p:extLst>
      <p:ext uri="{BB962C8B-B14F-4D97-AF65-F5344CB8AC3E}">
        <p14:creationId xmlns:p14="http://schemas.microsoft.com/office/powerpoint/2010/main" val="1538848823"/>
      </p:ext>
    </p:extLst>
  </p:cSld>
  <p:clrMap bg1="lt1" tx1="dk1" bg2="lt2" tx2="dk2" accent1="accent1" accent2="accent2" accent3="accent3" accent4="accent4" accent5="accent5" accent6="accent6" hlink="hlink" folHlink="folHlink"/>
  <p:sldLayoutIdLst>
    <p:sldLayoutId id="2147483656"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D326E-5D31-F9BB-CD8D-694DC93D32A2}"/>
              </a:ext>
            </a:extLst>
          </p:cNvPr>
          <p:cNvPicPr>
            <a:picLocks noChangeAspect="1"/>
          </p:cNvPicPr>
          <p:nvPr userDrawn="1"/>
        </p:nvPicPr>
        <p:blipFill>
          <a:blip r:embed="rId3"/>
          <a:srcRect/>
          <a:stretch/>
        </p:blipFill>
        <p:spPr>
          <a:xfrm>
            <a:off x="3048" y="3886"/>
            <a:ext cx="12185904" cy="6850228"/>
          </a:xfrm>
          <a:prstGeom prst="rect">
            <a:avLst/>
          </a:prstGeom>
        </p:spPr>
      </p:pic>
      <p:pic>
        <p:nvPicPr>
          <p:cNvPr id="5" name="Picture 4">
            <a:extLst>
              <a:ext uri="{FF2B5EF4-FFF2-40B4-BE49-F238E27FC236}">
                <a16:creationId xmlns:a16="http://schemas.microsoft.com/office/drawing/2014/main" id="{81438004-0EC6-F03E-96DE-671089747005}"/>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6" name="Rectangle 5">
            <a:extLst>
              <a:ext uri="{FF2B5EF4-FFF2-40B4-BE49-F238E27FC236}">
                <a16:creationId xmlns:a16="http://schemas.microsoft.com/office/drawing/2014/main" id="{29AC2D78-2876-1953-ECC6-05DFB64662D6}"/>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7" name="Rectangle 6">
            <a:extLst>
              <a:ext uri="{FF2B5EF4-FFF2-40B4-BE49-F238E27FC236}">
                <a16:creationId xmlns:a16="http://schemas.microsoft.com/office/drawing/2014/main" id="{5D825444-1A8D-E118-81B0-C8D906C33C46}"/>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871109327"/>
      </p:ext>
    </p:extLst>
  </p:cSld>
  <p:clrMap bg1="lt1" tx1="dk1" bg2="lt2" tx2="dk2" accent1="accent1" accent2="accent2" accent3="accent3" accent4="accent4" accent5="accent5" accent6="accent6" hlink="hlink" folHlink="folHlink"/>
  <p:sldLayoutIdLst>
    <p:sldLayoutId id="2147483658"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626497-C289-B546-AAF2-D2B0836A8081}"/>
              </a:ext>
            </a:extLst>
          </p:cNvPr>
          <p:cNvPicPr>
            <a:picLocks noChangeAspect="1"/>
          </p:cNvPicPr>
          <p:nvPr userDrawn="1"/>
        </p:nvPicPr>
        <p:blipFill>
          <a:blip r:embed="rId3"/>
          <a:srcRect/>
          <a:stretch/>
        </p:blipFill>
        <p:spPr>
          <a:xfrm>
            <a:off x="3048" y="3886"/>
            <a:ext cx="12185904" cy="6850228"/>
          </a:xfrm>
          <a:prstGeom prst="rect">
            <a:avLst/>
          </a:prstGeom>
        </p:spPr>
      </p:pic>
      <p:pic>
        <p:nvPicPr>
          <p:cNvPr id="7" name="Picture 6">
            <a:extLst>
              <a:ext uri="{FF2B5EF4-FFF2-40B4-BE49-F238E27FC236}">
                <a16:creationId xmlns:a16="http://schemas.microsoft.com/office/drawing/2014/main" id="{F44ED358-83D5-6CE7-9D87-03583351F2C0}"/>
              </a:ext>
            </a:extLst>
          </p:cNvPr>
          <p:cNvPicPr>
            <a:picLocks noChangeAspect="1"/>
          </p:cNvPicPr>
          <p:nvPr userDrawn="1"/>
        </p:nvPicPr>
        <p:blipFill>
          <a:blip r:embed="rId4"/>
          <a:srcRect l="5186" r="5186"/>
          <a:stretch/>
        </p:blipFill>
        <p:spPr>
          <a:xfrm>
            <a:off x="638005" y="251647"/>
            <a:ext cx="10915989" cy="6858000"/>
          </a:xfrm>
          <a:prstGeom prst="rect">
            <a:avLst/>
          </a:prstGeom>
        </p:spPr>
      </p:pic>
      <p:sp>
        <p:nvSpPr>
          <p:cNvPr id="8" name="Rectangle 7">
            <a:extLst>
              <a:ext uri="{FF2B5EF4-FFF2-40B4-BE49-F238E27FC236}">
                <a16:creationId xmlns:a16="http://schemas.microsoft.com/office/drawing/2014/main" id="{7DBAA7DC-228B-5B55-23CB-52A2ED2C1DE4}"/>
              </a:ext>
            </a:extLst>
          </p:cNvPr>
          <p:cNvSpPr/>
          <p:nvPr userDrawn="1"/>
        </p:nvSpPr>
        <p:spPr>
          <a:xfrm>
            <a:off x="2141316" y="1187871"/>
            <a:ext cx="7879844" cy="5055693"/>
          </a:xfrm>
          <a:prstGeom prst="rect">
            <a:avLst/>
          </a:prstGeom>
          <a:solidFill>
            <a:schemeClr val="bg1"/>
          </a:solidFill>
          <a:ln w="3175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0" i="0">
              <a:latin typeface="Verdana" panose="020B0604030504040204" pitchFamily="34" charset="0"/>
            </a:endParaRPr>
          </a:p>
        </p:txBody>
      </p:sp>
      <p:sp>
        <p:nvSpPr>
          <p:cNvPr id="9" name="Rectangle 8">
            <a:extLst>
              <a:ext uri="{FF2B5EF4-FFF2-40B4-BE49-F238E27FC236}">
                <a16:creationId xmlns:a16="http://schemas.microsoft.com/office/drawing/2014/main" id="{59FA7744-1870-D268-1059-65A7C9721675}"/>
              </a:ext>
            </a:extLst>
          </p:cNvPr>
          <p:cNvSpPr/>
          <p:nvPr userDrawn="1"/>
        </p:nvSpPr>
        <p:spPr>
          <a:xfrm>
            <a:off x="0" y="-1"/>
            <a:ext cx="12192000" cy="447605"/>
          </a:xfrm>
          <a:prstGeom prst="rect">
            <a:avLst/>
          </a:prstGeom>
          <a:solidFill>
            <a:srgbClr val="7EB9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7029974"/>
      </p:ext>
    </p:extLst>
  </p:cSld>
  <p:clrMap bg1="lt1" tx1="dk1" bg2="lt2" tx2="dk2" accent1="accent1" accent2="accent2" accent3="accent3" accent4="accent4" accent5="accent5" accent6="accent6" hlink="hlink" folHlink="folHlink"/>
  <p:sldLayoutIdLst>
    <p:sldLayoutId id="2147483660" r:id="rId1"/>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414F8B-9D95-2849-1111-B217167EE7D1}"/>
              </a:ext>
            </a:extLst>
          </p:cNvPr>
          <p:cNvSpPr/>
          <p:nvPr userDrawn="1"/>
        </p:nvSpPr>
        <p:spPr>
          <a:xfrm>
            <a:off x="10145594" y="194164"/>
            <a:ext cx="2046406" cy="6858000"/>
          </a:xfrm>
          <a:prstGeom prst="rect">
            <a:avLst/>
          </a:prstGeom>
          <a:solidFill>
            <a:srgbClr val="E7E6E6">
              <a:alpha val="5451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8091849-E67B-6DCC-A7E5-01F055EFEE9C}"/>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745546"/>
      </p:ext>
    </p:extLst>
  </p:cSld>
  <p:clrMap bg1="lt1" tx1="dk1" bg2="lt2" tx2="dk2" accent1="accent1" accent2="accent2" accent3="accent3" accent4="accent4" accent5="accent5" accent6="accent6" hlink="hlink" folHlink="folHlink"/>
  <p:sldLayoutIdLst>
    <p:sldLayoutId id="2147483650" r:id="rId1"/>
    <p:sldLayoutId id="2147483675" r:id="rId2"/>
    <p:sldLayoutId id="2147483651" r:id="rId3"/>
    <p:sldLayoutId id="2147483654" r:id="rId4"/>
    <p:sldLayoutId id="2147483652" r:id="rId5"/>
    <p:sldLayoutId id="2147483653" r:id="rId6"/>
    <p:sldLayoutId id="2147483649"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B6F209-FE18-F1C3-10C8-0BAB60ACCA08}"/>
              </a:ext>
            </a:extLst>
          </p:cNvPr>
          <p:cNvSpPr/>
          <p:nvPr userDrawn="1"/>
        </p:nvSpPr>
        <p:spPr>
          <a:xfrm>
            <a:off x="0" y="-1"/>
            <a:ext cx="12192000" cy="447605"/>
          </a:xfrm>
          <a:prstGeom prst="rect">
            <a:avLst/>
          </a:prstGeom>
          <a:solidFill>
            <a:srgbClr val="7EB9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091E2AD-522A-A2E6-45F6-A49B98299949}"/>
              </a:ext>
            </a:extLst>
          </p:cNvPr>
          <p:cNvPicPr>
            <a:picLocks noChangeAspect="1"/>
          </p:cNvPicPr>
          <p:nvPr userDrawn="1"/>
        </p:nvPicPr>
        <p:blipFill>
          <a:blip r:embed="rId8" cstate="print">
            <a:extLst>
              <a:ext uri="{28A0092B-C50C-407E-A947-70E740481C1C}">
                <a14:useLocalDpi xmlns:a14="http://schemas.microsoft.com/office/drawing/2010/main"/>
              </a:ext>
            </a:extLst>
          </a:blip>
          <a:srcRect t="5051"/>
          <a:stretch>
            <a:fillRect/>
          </a:stretch>
        </p:blipFill>
        <p:spPr>
          <a:xfrm>
            <a:off x="3048" y="590308"/>
            <a:ext cx="12185904" cy="6267691"/>
          </a:xfrm>
          <a:prstGeom prst="rect">
            <a:avLst/>
          </a:prstGeom>
        </p:spPr>
      </p:pic>
    </p:spTree>
    <p:extLst>
      <p:ext uri="{BB962C8B-B14F-4D97-AF65-F5344CB8AC3E}">
        <p14:creationId xmlns:p14="http://schemas.microsoft.com/office/powerpoint/2010/main" val="4191478342"/>
      </p:ext>
    </p:extLst>
  </p:cSld>
  <p:clrMap bg1="lt1" tx1="dk1" bg2="lt2" tx2="dk2" accent1="accent1" accent2="accent2" accent3="accent3" accent4="accent4" accent5="accent5" accent6="accent6" hlink="hlink" folHlink="folHlink"/>
  <p:sldLayoutIdLst>
    <p:sldLayoutId id="2147483662" r:id="rId1"/>
    <p:sldLayoutId id="2147483668" r:id="rId2"/>
    <p:sldLayoutId id="2147483669" r:id="rId3"/>
    <p:sldLayoutId id="2147483670" r:id="rId4"/>
    <p:sldLayoutId id="2147483672" r:id="rId5"/>
    <p:sldLayoutId id="2147483671" r:id="rId6"/>
  </p:sldLayoutIdLst>
  <p:hf hdr="0" dt="0"/>
  <p:txStyles>
    <p:titleStyle>
      <a:lvl1pPr algn="ctr" defTabSz="457189" rtl="0" eaLnBrk="1" fontAlgn="base" hangingPunct="1">
        <a:spcBef>
          <a:spcPct val="0"/>
        </a:spcBef>
        <a:spcAft>
          <a:spcPct val="0"/>
        </a:spcAft>
        <a:defRPr sz="4400" kern="1200">
          <a:solidFill>
            <a:schemeClr val="tx1"/>
          </a:solidFill>
          <a:latin typeface="+mj-lt"/>
          <a:ea typeface="MS PGothic" pitchFamily="34" charset="-128"/>
          <a:cs typeface="ＭＳ Ｐゴシック" charset="0"/>
        </a:defRPr>
      </a:lvl1pPr>
      <a:lvl2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2pPr>
      <a:lvl3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3pPr>
      <a:lvl4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4pPr>
      <a:lvl5pPr algn="ctr" defTabSz="457189" rtl="0" eaLnBrk="1" fontAlgn="base" hangingPunct="1">
        <a:spcBef>
          <a:spcPct val="0"/>
        </a:spcBef>
        <a:spcAft>
          <a:spcPct val="0"/>
        </a:spcAft>
        <a:defRPr sz="4400">
          <a:solidFill>
            <a:schemeClr val="tx1"/>
          </a:solidFill>
          <a:latin typeface="Century Gothic" charset="0"/>
          <a:ea typeface="MS PGothic" pitchFamily="34" charset="-128"/>
          <a:cs typeface="ＭＳ Ｐゴシック" charset="0"/>
        </a:defRPr>
      </a:lvl5pPr>
      <a:lvl6pPr marL="457189"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6pPr>
      <a:lvl7pPr marL="914378"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7pPr>
      <a:lvl8pPr marL="1371566"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8pPr>
      <a:lvl9pPr marL="1828754" algn="ctr" defTabSz="457189" rtl="0" eaLnBrk="1" fontAlgn="base" hangingPunct="1">
        <a:spcBef>
          <a:spcPct val="0"/>
        </a:spcBef>
        <a:spcAft>
          <a:spcPct val="0"/>
        </a:spcAft>
        <a:defRPr sz="4400">
          <a:solidFill>
            <a:schemeClr val="tx1"/>
          </a:solidFill>
          <a:latin typeface="Century Gothic" charset="0"/>
          <a:ea typeface="ＭＳ Ｐゴシック" charset="0"/>
          <a:cs typeface="ＭＳ Ｐゴシック" charset="0"/>
        </a:defRPr>
      </a:lvl9pPr>
    </p:titleStyle>
    <p:bodyStyle>
      <a:lvl1pPr marL="342892" indent="-342892" algn="l" defTabSz="457189" rtl="0" eaLnBrk="1" fontAlgn="base" hangingPunct="1">
        <a:spcBef>
          <a:spcPct val="20000"/>
        </a:spcBef>
        <a:spcAft>
          <a:spcPct val="0"/>
        </a:spcAft>
        <a:buFont typeface="Arial" pitchFamily="34" charset="0"/>
        <a:buChar char="•"/>
        <a:defRPr sz="2800" kern="1200">
          <a:solidFill>
            <a:schemeClr val="tx1"/>
          </a:solidFill>
          <a:latin typeface="Century Gothic"/>
          <a:ea typeface="MS PGothic" pitchFamily="34" charset="-128"/>
          <a:cs typeface="Century Gothic"/>
        </a:defRPr>
      </a:lvl1pPr>
      <a:lvl2pPr marL="742931" indent="-285743" algn="l" defTabSz="457189" rtl="0" eaLnBrk="1" fontAlgn="base" hangingPunct="1">
        <a:spcBef>
          <a:spcPct val="20000"/>
        </a:spcBef>
        <a:spcAft>
          <a:spcPct val="0"/>
        </a:spcAft>
        <a:buFont typeface="Arial" pitchFamily="34" charset="0"/>
        <a:buChar char="–"/>
        <a:defRPr sz="2400" kern="1200">
          <a:solidFill>
            <a:schemeClr val="tx1"/>
          </a:solidFill>
          <a:latin typeface="+mn-lt"/>
          <a:ea typeface="MS PGothic" pitchFamily="34" charset="-128"/>
          <a:cs typeface="+mn-cs"/>
        </a:defRPr>
      </a:lvl2pPr>
      <a:lvl3pPr marL="1142972" indent="-228594" algn="l" defTabSz="457189" rtl="0" eaLnBrk="1" fontAlgn="base" hangingPunct="1">
        <a:spcBef>
          <a:spcPct val="20000"/>
        </a:spcBef>
        <a:spcAft>
          <a:spcPct val="0"/>
        </a:spcAft>
        <a:buFont typeface="Arial" pitchFamily="34" charset="0"/>
        <a:buChar char="•"/>
        <a:defRPr sz="2000" kern="1200">
          <a:solidFill>
            <a:schemeClr val="tx1"/>
          </a:solidFill>
          <a:latin typeface="+mn-lt"/>
          <a:ea typeface="MS PGothic" pitchFamily="34" charset="-128"/>
          <a:cs typeface="+mn-cs"/>
        </a:defRPr>
      </a:lvl3pPr>
      <a:lvl4pPr marL="1600160" indent="-228594" algn="l" defTabSz="457189" rtl="0" eaLnBrk="1" fontAlgn="base" hangingPunct="1">
        <a:spcBef>
          <a:spcPct val="20000"/>
        </a:spcBef>
        <a:spcAft>
          <a:spcPct val="0"/>
        </a:spcAft>
        <a:buFont typeface="Arial" pitchFamily="34" charset="0"/>
        <a:buChar char="–"/>
        <a:defRPr kern="1200">
          <a:solidFill>
            <a:schemeClr val="tx1"/>
          </a:solidFill>
          <a:latin typeface="+mn-lt"/>
          <a:ea typeface="MS PGothic" pitchFamily="34" charset="-128"/>
          <a:cs typeface="+mn-cs"/>
        </a:defRPr>
      </a:lvl4pPr>
      <a:lvl5pPr marL="2057348" indent="-228594" algn="l" defTabSz="457189" rtl="0" eaLnBrk="1" fontAlgn="base" hangingPunct="1">
        <a:spcBef>
          <a:spcPct val="20000"/>
        </a:spcBef>
        <a:spcAft>
          <a:spcPct val="0"/>
        </a:spcAft>
        <a:buFont typeface="Arial" pitchFamily="34" charset="0"/>
        <a:buChar char="»"/>
        <a:defRPr sz="1600" kern="1200">
          <a:solidFill>
            <a:schemeClr val="tx1"/>
          </a:solidFill>
          <a:latin typeface="+mn-lt"/>
          <a:ea typeface="MS PGothic" pitchFamily="34" charset="-128"/>
          <a:cs typeface="+mn-cs"/>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5"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8"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2"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90269-49F6-AAA6-E250-D8C5490EAAFC}"/>
            </a:ext>
          </a:extLst>
        </p:cNvPr>
        <p:cNvGrpSpPr/>
        <p:nvPr/>
      </p:nvGrpSpPr>
      <p:grpSpPr>
        <a:xfrm>
          <a:off x="0" y="0"/>
          <a:ext cx="0" cy="0"/>
          <a:chOff x="0" y="0"/>
          <a:chExt cx="0" cy="0"/>
        </a:xfrm>
      </p:grpSpPr>
      <p:sp>
        <p:nvSpPr>
          <p:cNvPr id="25" name="Text Placeholder 24">
            <a:extLst>
              <a:ext uri="{FF2B5EF4-FFF2-40B4-BE49-F238E27FC236}">
                <a16:creationId xmlns:a16="http://schemas.microsoft.com/office/drawing/2014/main" id="{2161EA5D-96EB-DA70-B3DA-EF5E22138614}"/>
              </a:ext>
            </a:extLst>
          </p:cNvPr>
          <p:cNvSpPr>
            <a:spLocks noGrp="1"/>
          </p:cNvSpPr>
          <p:nvPr>
            <p:ph type="body" sz="quarter" idx="12"/>
          </p:nvPr>
        </p:nvSpPr>
        <p:spPr>
          <a:xfrm>
            <a:off x="2643492" y="1833100"/>
            <a:ext cx="8006002" cy="570039"/>
          </a:xfrm>
        </p:spPr>
        <p:txBody>
          <a:bodyPr/>
          <a:lstStyle/>
          <a:p>
            <a:r>
              <a:rPr lang="en-US"/>
              <a:t>Develop Language</a:t>
            </a:r>
          </a:p>
        </p:txBody>
      </p:sp>
      <p:sp>
        <p:nvSpPr>
          <p:cNvPr id="28" name="Text Placeholder 27">
            <a:extLst>
              <a:ext uri="{FF2B5EF4-FFF2-40B4-BE49-F238E27FC236}">
                <a16:creationId xmlns:a16="http://schemas.microsoft.com/office/drawing/2014/main" id="{2A114065-8FF2-E8C1-2B4E-C5151BA84389}"/>
              </a:ext>
            </a:extLst>
          </p:cNvPr>
          <p:cNvSpPr>
            <a:spLocks noGrp="1"/>
          </p:cNvSpPr>
          <p:nvPr>
            <p:ph type="body" sz="quarter" idx="13"/>
          </p:nvPr>
        </p:nvSpPr>
        <p:spPr>
          <a:xfrm>
            <a:off x="2622550" y="2574925"/>
            <a:ext cx="9462770" cy="1773238"/>
          </a:xfrm>
        </p:spPr>
        <p:txBody>
          <a:bodyPr/>
          <a:lstStyle/>
          <a:p>
            <a:r>
              <a:rPr lang="en-US" sz="4900"/>
              <a:t>Simple, Compound, </a:t>
            </a:r>
            <a:br>
              <a:rPr lang="en-US" sz="4900"/>
            </a:br>
            <a:r>
              <a:rPr lang="en-US" sz="4900"/>
              <a:t>and</a:t>
            </a:r>
            <a:r>
              <a:rPr lang="en-US" sz="4900" spc="-300"/>
              <a:t> </a:t>
            </a:r>
            <a:r>
              <a:rPr lang="en-US" sz="4900"/>
              <a:t>Complex Sentences</a:t>
            </a:r>
          </a:p>
        </p:txBody>
      </p:sp>
    </p:spTree>
    <p:extLst>
      <p:ext uri="{BB962C8B-B14F-4D97-AF65-F5344CB8AC3E}">
        <p14:creationId xmlns:p14="http://schemas.microsoft.com/office/powerpoint/2010/main" val="2716112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454877D-0CC9-D1B9-8922-634F080BF7B4}"/>
              </a:ext>
            </a:extLst>
          </p:cNvPr>
          <p:cNvSpPr>
            <a:spLocks noGrp="1"/>
          </p:cNvSpPr>
          <p:nvPr>
            <p:ph type="body" sz="quarter" idx="14"/>
          </p:nvPr>
        </p:nvSpPr>
        <p:spPr/>
        <p:txBody>
          <a:bodyPr/>
          <a:lstStyle/>
          <a:p>
            <a:r>
              <a:rPr lang="en-US"/>
              <a:t>Simple Sentence</a:t>
            </a:r>
          </a:p>
        </p:txBody>
      </p:sp>
      <p:sp>
        <p:nvSpPr>
          <p:cNvPr id="3" name="Text Placeholder 2">
            <a:extLst>
              <a:ext uri="{FF2B5EF4-FFF2-40B4-BE49-F238E27FC236}">
                <a16:creationId xmlns:a16="http://schemas.microsoft.com/office/drawing/2014/main" id="{4A23EE8C-270B-9692-F093-B54957CBBCAF}"/>
              </a:ext>
            </a:extLst>
          </p:cNvPr>
          <p:cNvSpPr>
            <a:spLocks noGrp="1"/>
          </p:cNvSpPr>
          <p:nvPr>
            <p:ph type="body" sz="quarter" idx="10"/>
          </p:nvPr>
        </p:nvSpPr>
        <p:spPr>
          <a:xfrm>
            <a:off x="155004" y="874020"/>
            <a:ext cx="2167128" cy="3524042"/>
          </a:xfrm>
        </p:spPr>
        <p:txBody>
          <a:bodyPr/>
          <a:lstStyle/>
          <a:p>
            <a:r>
              <a:rPr lang="en-US"/>
              <a:t>Collaborate</a:t>
            </a:r>
          </a:p>
          <a:p>
            <a:pPr lvl="1"/>
            <a:endParaRPr lang="en-US"/>
          </a:p>
          <a:p>
            <a:pPr lvl="1"/>
            <a:endParaRPr lang="en-US"/>
          </a:p>
          <a:p>
            <a:pPr lvl="1"/>
            <a:r>
              <a:rPr lang="en-US"/>
              <a:t>Who/What is the subject of the first sentence?</a:t>
            </a:r>
          </a:p>
          <a:p>
            <a:pPr lvl="1"/>
            <a:r>
              <a:rPr lang="en-US"/>
              <a:t>What is the predicate?</a:t>
            </a:r>
          </a:p>
          <a:p>
            <a:pPr lvl="1"/>
            <a:r>
              <a:rPr lang="en-US"/>
              <a:t>Who/What is the subject of the second sentence?</a:t>
            </a:r>
          </a:p>
          <a:p>
            <a:pPr lvl="1"/>
            <a:r>
              <a:rPr lang="en-US"/>
              <a:t>What is the predicate?</a:t>
            </a:r>
          </a:p>
        </p:txBody>
      </p:sp>
      <p:sp>
        <p:nvSpPr>
          <p:cNvPr id="4" name="Text Placeholder 3">
            <a:extLst>
              <a:ext uri="{FF2B5EF4-FFF2-40B4-BE49-F238E27FC236}">
                <a16:creationId xmlns:a16="http://schemas.microsoft.com/office/drawing/2014/main" id="{C9936C4A-86CE-AC44-7715-4673D50A0B71}"/>
              </a:ext>
            </a:extLst>
          </p:cNvPr>
          <p:cNvSpPr>
            <a:spLocks noGrp="1"/>
          </p:cNvSpPr>
          <p:nvPr>
            <p:ph type="body" sz="quarter" idx="11"/>
          </p:nvPr>
        </p:nvSpPr>
        <p:spPr>
          <a:xfrm>
            <a:off x="10259732" y="852829"/>
            <a:ext cx="1777264" cy="1564531"/>
          </a:xfrm>
        </p:spPr>
        <p:txBody>
          <a:bodyPr/>
          <a:lstStyle/>
          <a:p>
            <a:r>
              <a:rPr lang="en-US"/>
              <a:t>Learning Outcomes</a:t>
            </a:r>
          </a:p>
          <a:p>
            <a:pPr lvl="1"/>
            <a:r>
              <a:rPr lang="en-US"/>
              <a:t>I will write simple, compound, and complex sentences.</a:t>
            </a:r>
          </a:p>
          <a:p>
            <a:pPr lvl="2"/>
            <a:r>
              <a:rPr lang="en-US"/>
              <a:t>Teach</a:t>
            </a:r>
          </a:p>
          <a:p>
            <a:pPr lvl="4"/>
            <a:r>
              <a:rPr lang="en-US">
                <a:solidFill>
                  <a:schemeClr val="bg1">
                    <a:lumMod val="50000"/>
                  </a:schemeClr>
                </a:solidFill>
              </a:rPr>
              <a:t>Read aloud the definition of a simple sentence.</a:t>
            </a:r>
          </a:p>
        </p:txBody>
      </p:sp>
      <p:pic>
        <p:nvPicPr>
          <p:cNvPr id="11" name="Picture 10" descr="A close-up of a writing paper&#10;&#10;AI-generated content may be incorrect.">
            <a:extLst>
              <a:ext uri="{FF2B5EF4-FFF2-40B4-BE49-F238E27FC236}">
                <a16:creationId xmlns:a16="http://schemas.microsoft.com/office/drawing/2014/main" id="{A061CC56-330F-2C5B-5A77-A64899E48701}"/>
              </a:ext>
            </a:extLst>
          </p:cNvPr>
          <p:cNvPicPr>
            <a:picLocks noChangeAspect="1"/>
          </p:cNvPicPr>
          <p:nvPr/>
        </p:nvPicPr>
        <p:blipFill>
          <a:blip r:embed="rId3"/>
          <a:srcRect l="3085" t="15289" r="79182" b="57130"/>
          <a:stretch>
            <a:fillRect/>
          </a:stretch>
        </p:blipFill>
        <p:spPr>
          <a:xfrm>
            <a:off x="4234646" y="1411360"/>
            <a:ext cx="4511321" cy="4531920"/>
          </a:xfrm>
          <a:prstGeom prst="rect">
            <a:avLst/>
          </a:prstGeom>
          <a:ln w="12700">
            <a:solidFill>
              <a:schemeClr val="bg1">
                <a:lumMod val="65000"/>
              </a:schemeClr>
            </a:solidFill>
          </a:ln>
        </p:spPr>
      </p:pic>
      <p:pic>
        <p:nvPicPr>
          <p:cNvPr id="12" name="Picture 4">
            <a:extLst>
              <a:ext uri="{FF2B5EF4-FFF2-40B4-BE49-F238E27FC236}">
                <a16:creationId xmlns:a16="http://schemas.microsoft.com/office/drawing/2014/main" id="{A9B961E7-2C9A-C07D-86BA-DCAE318162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218" y="1192915"/>
            <a:ext cx="736600" cy="825500"/>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829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88B23-408F-0230-AF79-2BFB1F87C06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980D15F1-B9AA-E24C-3A45-0BCFDC7B09F5}"/>
              </a:ext>
            </a:extLst>
          </p:cNvPr>
          <p:cNvSpPr>
            <a:spLocks noGrp="1"/>
          </p:cNvSpPr>
          <p:nvPr>
            <p:ph type="body" sz="quarter" idx="14"/>
          </p:nvPr>
        </p:nvSpPr>
        <p:spPr/>
        <p:txBody>
          <a:bodyPr/>
          <a:lstStyle/>
          <a:p>
            <a:r>
              <a:rPr lang="en-US"/>
              <a:t>Compound Sentence</a:t>
            </a:r>
          </a:p>
        </p:txBody>
      </p:sp>
      <p:sp>
        <p:nvSpPr>
          <p:cNvPr id="3" name="Text Placeholder 2">
            <a:extLst>
              <a:ext uri="{FF2B5EF4-FFF2-40B4-BE49-F238E27FC236}">
                <a16:creationId xmlns:a16="http://schemas.microsoft.com/office/drawing/2014/main" id="{EFF4DC42-25C4-5CFD-1673-409FFC730AC5}"/>
              </a:ext>
            </a:extLst>
          </p:cNvPr>
          <p:cNvSpPr>
            <a:spLocks noGrp="1"/>
          </p:cNvSpPr>
          <p:nvPr>
            <p:ph type="body" sz="quarter" idx="10"/>
          </p:nvPr>
        </p:nvSpPr>
        <p:spPr>
          <a:xfrm>
            <a:off x="155004" y="874020"/>
            <a:ext cx="2167128" cy="1785104"/>
          </a:xfrm>
        </p:spPr>
        <p:txBody>
          <a:bodyPr/>
          <a:lstStyle/>
          <a:p>
            <a:r>
              <a:rPr lang="en-US"/>
              <a:t>Collaborate</a:t>
            </a:r>
          </a:p>
          <a:p>
            <a:pPr lvl="1"/>
            <a:endParaRPr lang="en-US"/>
          </a:p>
          <a:p>
            <a:pPr lvl="1"/>
            <a:endParaRPr lang="en-US"/>
          </a:p>
          <a:p>
            <a:pPr lvl="1"/>
            <a:r>
              <a:rPr lang="en-US"/>
              <a:t>What are the two simple sentences in the example?</a:t>
            </a:r>
          </a:p>
        </p:txBody>
      </p:sp>
      <p:sp>
        <p:nvSpPr>
          <p:cNvPr id="4" name="Text Placeholder 3">
            <a:extLst>
              <a:ext uri="{FF2B5EF4-FFF2-40B4-BE49-F238E27FC236}">
                <a16:creationId xmlns:a16="http://schemas.microsoft.com/office/drawing/2014/main" id="{A57401E1-2706-070C-AB79-09A7A50067F1}"/>
              </a:ext>
            </a:extLst>
          </p:cNvPr>
          <p:cNvSpPr>
            <a:spLocks noGrp="1"/>
          </p:cNvSpPr>
          <p:nvPr>
            <p:ph type="body" sz="quarter" idx="11"/>
          </p:nvPr>
        </p:nvSpPr>
        <p:spPr>
          <a:xfrm>
            <a:off x="10259732" y="852829"/>
            <a:ext cx="1777264" cy="697627"/>
          </a:xfrm>
        </p:spPr>
        <p:txBody>
          <a:bodyPr/>
          <a:lstStyle/>
          <a:p>
            <a:r>
              <a:rPr lang="en-US"/>
              <a:t>Learning Outcomes</a:t>
            </a:r>
          </a:p>
          <a:p>
            <a:pPr lvl="1"/>
            <a:r>
              <a:rPr lang="en-US"/>
              <a:t>I will write simple, compound, and complex sentences.</a:t>
            </a:r>
          </a:p>
        </p:txBody>
      </p:sp>
      <p:pic>
        <p:nvPicPr>
          <p:cNvPr id="12" name="Picture 4">
            <a:extLst>
              <a:ext uri="{FF2B5EF4-FFF2-40B4-BE49-F238E27FC236}">
                <a16:creationId xmlns:a16="http://schemas.microsoft.com/office/drawing/2014/main" id="{668251FF-2C5D-061D-F85D-C23A429F1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18" y="1192915"/>
            <a:ext cx="736600" cy="8255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 name="Picture 1" descr="A close-up of a writing paper&#10;&#10;AI-generated content may be incorrect.">
            <a:extLst>
              <a:ext uri="{FF2B5EF4-FFF2-40B4-BE49-F238E27FC236}">
                <a16:creationId xmlns:a16="http://schemas.microsoft.com/office/drawing/2014/main" id="{BDA99937-20DC-C979-B5BB-4BEAA9BAB12C}"/>
              </a:ext>
            </a:extLst>
          </p:cNvPr>
          <p:cNvPicPr>
            <a:picLocks noChangeAspect="1"/>
          </p:cNvPicPr>
          <p:nvPr/>
        </p:nvPicPr>
        <p:blipFill>
          <a:blip r:embed="rId4"/>
          <a:srcRect l="21385" t="15414" r="69628" b="57381"/>
          <a:stretch>
            <a:fillRect/>
          </a:stretch>
        </p:blipFill>
        <p:spPr>
          <a:xfrm>
            <a:off x="5515639" y="1477935"/>
            <a:ext cx="2287607" cy="4472169"/>
          </a:xfrm>
          <a:prstGeom prst="rect">
            <a:avLst/>
          </a:prstGeom>
          <a:ln w="12700">
            <a:solidFill>
              <a:schemeClr val="bg1">
                <a:lumMod val="65000"/>
              </a:schemeClr>
            </a:solidFill>
          </a:ln>
        </p:spPr>
      </p:pic>
      <p:sp>
        <p:nvSpPr>
          <p:cNvPr id="5" name="Right Arrow 4">
            <a:extLst>
              <a:ext uri="{FF2B5EF4-FFF2-40B4-BE49-F238E27FC236}">
                <a16:creationId xmlns:a16="http://schemas.microsoft.com/office/drawing/2014/main" id="{61B112A6-F2F5-1694-1AD0-F2EDDEF9CBA6}"/>
              </a:ext>
            </a:extLst>
          </p:cNvPr>
          <p:cNvSpPr/>
          <p:nvPr/>
        </p:nvSpPr>
        <p:spPr>
          <a:xfrm>
            <a:off x="4312989" y="5176083"/>
            <a:ext cx="1202650" cy="407963"/>
          </a:xfrm>
          <a:prstGeom prst="right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4427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B3590-9705-2C94-DFBB-BFDE35ACB830}"/>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AAF0B3D8-111C-21E1-C69D-39D3A2F0E2B8}"/>
              </a:ext>
            </a:extLst>
          </p:cNvPr>
          <p:cNvSpPr>
            <a:spLocks noGrp="1"/>
          </p:cNvSpPr>
          <p:nvPr>
            <p:ph type="body" sz="quarter" idx="14"/>
          </p:nvPr>
        </p:nvSpPr>
        <p:spPr/>
        <p:txBody>
          <a:bodyPr/>
          <a:lstStyle/>
          <a:p>
            <a:r>
              <a:rPr lang="en-US"/>
              <a:t>Complex Sentence</a:t>
            </a:r>
          </a:p>
        </p:txBody>
      </p:sp>
      <p:sp>
        <p:nvSpPr>
          <p:cNvPr id="3" name="Text Placeholder 2">
            <a:extLst>
              <a:ext uri="{FF2B5EF4-FFF2-40B4-BE49-F238E27FC236}">
                <a16:creationId xmlns:a16="http://schemas.microsoft.com/office/drawing/2014/main" id="{9815EE82-E80B-33D4-0BAB-AE71CE6A104A}"/>
              </a:ext>
            </a:extLst>
          </p:cNvPr>
          <p:cNvSpPr>
            <a:spLocks noGrp="1"/>
          </p:cNvSpPr>
          <p:nvPr>
            <p:ph type="body" sz="quarter" idx="10"/>
          </p:nvPr>
        </p:nvSpPr>
        <p:spPr>
          <a:xfrm>
            <a:off x="155004" y="874020"/>
            <a:ext cx="2167128" cy="2077492"/>
          </a:xfrm>
        </p:spPr>
        <p:txBody>
          <a:bodyPr/>
          <a:lstStyle/>
          <a:p>
            <a:r>
              <a:rPr lang="en-US"/>
              <a:t>Collaborate</a:t>
            </a:r>
          </a:p>
          <a:p>
            <a:pPr lvl="1"/>
            <a:endParaRPr lang="en-US"/>
          </a:p>
          <a:p>
            <a:pPr lvl="1"/>
            <a:endParaRPr lang="en-US"/>
          </a:p>
          <a:p>
            <a:pPr lvl="1"/>
            <a:r>
              <a:rPr lang="en-US"/>
              <a:t>What word links the two ideas?</a:t>
            </a:r>
          </a:p>
          <a:p>
            <a:pPr lvl="1"/>
            <a:r>
              <a:rPr lang="en-US"/>
              <a:t>What are the two ideas?</a:t>
            </a:r>
          </a:p>
        </p:txBody>
      </p:sp>
      <p:sp>
        <p:nvSpPr>
          <p:cNvPr id="4" name="Text Placeholder 3">
            <a:extLst>
              <a:ext uri="{FF2B5EF4-FFF2-40B4-BE49-F238E27FC236}">
                <a16:creationId xmlns:a16="http://schemas.microsoft.com/office/drawing/2014/main" id="{D19F70D5-DF8A-4955-C922-36B8B6EFF0BD}"/>
              </a:ext>
            </a:extLst>
          </p:cNvPr>
          <p:cNvSpPr>
            <a:spLocks noGrp="1"/>
          </p:cNvSpPr>
          <p:nvPr>
            <p:ph type="body" sz="quarter" idx="11"/>
          </p:nvPr>
        </p:nvSpPr>
        <p:spPr>
          <a:xfrm>
            <a:off x="10259732" y="852829"/>
            <a:ext cx="1777264" cy="697627"/>
          </a:xfrm>
        </p:spPr>
        <p:txBody>
          <a:bodyPr/>
          <a:lstStyle/>
          <a:p>
            <a:r>
              <a:rPr lang="en-US"/>
              <a:t>Learning Outcomes</a:t>
            </a:r>
          </a:p>
          <a:p>
            <a:pPr lvl="1"/>
            <a:r>
              <a:rPr lang="en-US"/>
              <a:t>I will write simple, compound, and complex sentences.</a:t>
            </a:r>
          </a:p>
        </p:txBody>
      </p:sp>
      <p:pic>
        <p:nvPicPr>
          <p:cNvPr id="12" name="Picture 4">
            <a:extLst>
              <a:ext uri="{FF2B5EF4-FFF2-40B4-BE49-F238E27FC236}">
                <a16:creationId xmlns:a16="http://schemas.microsoft.com/office/drawing/2014/main" id="{A21DA853-89F9-5947-3F9C-ABAD64059F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18" y="1192915"/>
            <a:ext cx="736600" cy="82550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C5195B66-8E63-67BE-3E07-A9420A149B74}"/>
              </a:ext>
            </a:extLst>
          </p:cNvPr>
          <p:cNvSpPr/>
          <p:nvPr/>
        </p:nvSpPr>
        <p:spPr>
          <a:xfrm>
            <a:off x="4312989" y="5176083"/>
            <a:ext cx="1202650" cy="407963"/>
          </a:xfrm>
          <a:prstGeom prst="rightArrow">
            <a:avLst/>
          </a:prstGeom>
          <a:solidFill>
            <a:srgbClr val="0070C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A close-up of a writing paper&#10;&#10;AI-generated content may be incorrect.">
            <a:extLst>
              <a:ext uri="{FF2B5EF4-FFF2-40B4-BE49-F238E27FC236}">
                <a16:creationId xmlns:a16="http://schemas.microsoft.com/office/drawing/2014/main" id="{A13C1EAA-BD29-0DCF-FDEE-6F5ADA6891D9}"/>
              </a:ext>
            </a:extLst>
          </p:cNvPr>
          <p:cNvPicPr>
            <a:picLocks noChangeAspect="1"/>
          </p:cNvPicPr>
          <p:nvPr/>
        </p:nvPicPr>
        <p:blipFill>
          <a:blip r:embed="rId4"/>
          <a:srcRect l="30858" t="15415" r="54649" b="57756"/>
          <a:stretch>
            <a:fillRect/>
          </a:stretch>
        </p:blipFill>
        <p:spPr>
          <a:xfrm>
            <a:off x="5515639" y="1477935"/>
            <a:ext cx="3735937" cy="4466427"/>
          </a:xfrm>
          <a:prstGeom prst="rect">
            <a:avLst/>
          </a:prstGeom>
          <a:ln w="12700">
            <a:solidFill>
              <a:schemeClr val="bg1">
                <a:lumMod val="65000"/>
              </a:schemeClr>
            </a:solidFill>
          </a:ln>
        </p:spPr>
      </p:pic>
    </p:spTree>
    <p:extLst>
      <p:ext uri="{BB962C8B-B14F-4D97-AF65-F5344CB8AC3E}">
        <p14:creationId xmlns:p14="http://schemas.microsoft.com/office/powerpoint/2010/main" val="2521791984"/>
      </p:ext>
    </p:extLst>
  </p:cSld>
  <p:clrMapOvr>
    <a:masterClrMapping/>
  </p:clrMapOvr>
</p:sld>
</file>

<file path=ppt/theme/theme1.xml><?xml version="1.0" encoding="utf-8"?>
<a:theme xmlns:a="http://schemas.openxmlformats.org/drawingml/2006/main" name="G2-5 Writing Opening Slide">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2.xml><?xml version="1.0" encoding="utf-8"?>
<a:theme xmlns:a="http://schemas.openxmlformats.org/drawingml/2006/main" name="G2-5 Writing Learning Outcome 2">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3.xml><?xml version="1.0" encoding="utf-8"?>
<a:theme xmlns:a="http://schemas.openxmlformats.org/drawingml/2006/main" name="G2-5 Writing Learning Outcome 1">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4.xml><?xml version="1.0" encoding="utf-8"?>
<a:theme xmlns:a="http://schemas.openxmlformats.org/drawingml/2006/main" name="Grades 2-5 Writing Master Layou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G2-5 Sample Modeling Writing">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x_Lit_Slides_G2-5_Phonics Template_1213" id="{C4A118A1-9337-AF44-BEE5-1F7C771D9202}" vid="{7433B8A2-F4B0-3B41-A3F4-138979C7D47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AA81958DC084408AFBF0B55E9068CD" ma:contentTypeVersion="20" ma:contentTypeDescription="Create a new document." ma:contentTypeScope="" ma:versionID="a8d42d133a2a4c95f6d7a30aa9c9cbe9">
  <xsd:schema xmlns:xsd="http://www.w3.org/2001/XMLSchema" xmlns:xs="http://www.w3.org/2001/XMLSchema" xmlns:p="http://schemas.microsoft.com/office/2006/metadata/properties" xmlns:ns1="http://schemas.microsoft.com/sharepoint/v3" xmlns:ns2="3fcecda0-f7b9-4a9a-a09e-07393f62047f" xmlns:ns3="9c81ec0d-aa0c-4e87-adae-19f56cc640e9" targetNamespace="http://schemas.microsoft.com/office/2006/metadata/properties" ma:root="true" ma:fieldsID="e39fedf35a187910032fad5ac990d89a" ns1:_="" ns2:_="" ns3:_="">
    <xsd:import namespace="http://schemas.microsoft.com/sharepoint/v3"/>
    <xsd:import namespace="3fcecda0-f7b9-4a9a-a09e-07393f62047f"/>
    <xsd:import namespace="9c81ec0d-aa0c-4e87-adae-19f56cc640e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3:SharedWithUsers" minOccurs="0"/>
                <xsd:element ref="ns3:SharedWithDetails" minOccurs="0"/>
                <xsd:element ref="ns2:MediaServiceLocation" minOccurs="0"/>
                <xsd:element ref="ns2:MediaServiceSearchProperties" minOccurs="0"/>
                <xsd:element ref="ns2:Notes" minOccurs="0"/>
                <xsd:element ref="ns2:_Flow_SignoffStatu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cecda0-f7b9-4a9a-a09e-07393f6204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154e35-e49a-408d-8a82-f57d87caad1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Notes" ma:index="23" nillable="true" ma:displayName="Notes" ma:description="Write notes about the contents of the folder" ma:format="Dropdown" ma:internalName="Notes">
      <xsd:simpleType>
        <xsd:restriction base="dms:Note">
          <xsd:maxLength value="255"/>
        </xsd:restriction>
      </xsd:simpleType>
    </xsd:element>
    <xsd:element name="_Flow_SignoffStatus" ma:index="24" nillable="true" ma:displayName="Sign-off status" ma:internalName="_x0024_Resources_x003a_core_x002c_Signoff_Status">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c81ec0d-aa0c-4e87-adae-19f56cc640e9"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4e63a6ad-23bc-4a1b-a877-372b4fb1bb7f}" ma:internalName="TaxCatchAll" ma:showField="CatchAllData" ma:web="9c81ec0d-aa0c-4e87-adae-19f56cc640e9">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 Materials Called For"/>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c81ec0d-aa0c-4e87-adae-19f56cc640e9" xsi:nil="true"/>
    <lcf76f155ced4ddcb4097134ff3c332f xmlns="3fcecda0-f7b9-4a9a-a09e-07393f62047f">
      <Terms xmlns="http://schemas.microsoft.com/office/infopath/2007/PartnerControls"/>
    </lcf76f155ced4ddcb4097134ff3c332f>
    <_ip_UnifiedCompliancePolicyUIAction xmlns="http://schemas.microsoft.com/sharepoint/v3" xsi:nil="true"/>
    <Notes xmlns="3fcecda0-f7b9-4a9a-a09e-07393f62047f" xsi:nil="true"/>
    <_Flow_SignoffStatus xmlns="3fcecda0-f7b9-4a9a-a09e-07393f62047f" xsi:nil="true"/>
    <_ip_UnifiedCompliancePolicyProperties xmlns="http://schemas.microsoft.com/sharepoint/v3" xsi:nil="true"/>
    <MediaLengthInSeconds xmlns="3fcecda0-f7b9-4a9a-a09e-07393f62047f" xsi:nil="true"/>
    <SharedWithUsers xmlns="9c81ec0d-aa0c-4e87-adae-19f56cc640e9">
      <UserInfo>
        <DisplayName>Stephanie Seemann</DisplayName>
        <AccountId>425</AccountId>
        <AccountType/>
      </UserInfo>
      <UserInfo>
        <DisplayName>Barbara Andrews</DisplayName>
        <AccountId>278</AccountId>
        <AccountType/>
      </UserInfo>
      <UserInfo>
        <DisplayName>Shauna Williams</DisplayName>
        <AccountId>153</AccountId>
        <AccountType/>
      </UserInfo>
      <UserInfo>
        <DisplayName>Maria Campanario</DisplayName>
        <AccountId>4242</AccountId>
        <AccountType/>
      </UserInfo>
      <UserInfo>
        <DisplayName>Kimberli Kern</DisplayName>
        <AccountId>289</AccountId>
        <AccountType/>
      </UserInfo>
      <UserInfo>
        <DisplayName>Daniel Pai 白峻豪</DisplayName>
        <AccountId>39133</AccountId>
        <AccountType/>
      </UserInfo>
      <UserInfo>
        <DisplayName>Faith Hinkle</DisplayName>
        <AccountId>38275</AccountId>
        <AccountType/>
      </UserInfo>
      <UserInfo>
        <DisplayName>Liz Cheong</DisplayName>
        <AccountId>251</AccountId>
        <AccountType/>
      </UserInfo>
      <UserInfo>
        <DisplayName>Zahid Khokhar</DisplayName>
        <AccountId>51230</AccountId>
        <AccountType/>
      </UserInfo>
    </SharedWithUsers>
  </documentManagement>
</p:properties>
</file>

<file path=customXml/itemProps1.xml><?xml version="1.0" encoding="utf-8"?>
<ds:datastoreItem xmlns:ds="http://schemas.openxmlformats.org/officeDocument/2006/customXml" ds:itemID="{BF6F7884-B65B-4F94-88B6-8252540E5E49}">
  <ds:schemaRefs>
    <ds:schemaRef ds:uri="3fcecda0-f7b9-4a9a-a09e-07393f62047f"/>
    <ds:schemaRef ds:uri="9c81ec0d-aa0c-4e87-adae-19f56cc640e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EC064D9-FCDD-4EC9-8AF2-839F2C5AD9DB}">
  <ds:schemaRefs>
    <ds:schemaRef ds:uri="http://schemas.microsoft.com/sharepoint/v3/contenttype/forms"/>
  </ds:schemaRefs>
</ds:datastoreItem>
</file>

<file path=customXml/itemProps3.xml><?xml version="1.0" encoding="utf-8"?>
<ds:datastoreItem xmlns:ds="http://schemas.openxmlformats.org/officeDocument/2006/customXml" ds:itemID="{4270FF80-F1BE-4D8A-B3FA-5B6DCDC3932F}">
  <ds:schemaRefs>
    <ds:schemaRef ds:uri="3fcecda0-f7b9-4a9a-a09e-07393f62047f"/>
    <ds:schemaRef ds:uri="9c81ec0d-aa0c-4e87-adae-19f56cc640e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Slides>
  <Notes>4</Notes>
  <HiddenSlides>0</HiddenSlides>
  <ScaleCrop>false</ScaleCrop>
  <HeadingPairs>
    <vt:vector size="4" baseType="variant">
      <vt:variant>
        <vt:lpstr>Theme</vt:lpstr>
      </vt:variant>
      <vt:variant>
        <vt:i4>5</vt:i4>
      </vt:variant>
      <vt:variant>
        <vt:lpstr>Slide Titles</vt:lpstr>
      </vt:variant>
      <vt:variant>
        <vt:i4>4</vt:i4>
      </vt:variant>
    </vt:vector>
  </HeadingPairs>
  <TitlesOfParts>
    <vt:vector size="9" baseType="lpstr">
      <vt:lpstr>G2-5 Writing Opening Slide</vt:lpstr>
      <vt:lpstr>G2-5 Writing Learning Outcome 2</vt:lpstr>
      <vt:lpstr>G2-5 Writing Learning Outcome 1</vt:lpstr>
      <vt:lpstr>Grades 2-5 Writing Master Layout</vt:lpstr>
      <vt:lpstr>G2-5 Sample Modeling Writing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Aaron Reiser</dc:creator>
  <cp:revision>1</cp:revision>
  <dcterms:created xsi:type="dcterms:W3CDTF">2026-07-01T17:06:04Z</dcterms:created>
  <dcterms:modified xsi:type="dcterms:W3CDTF">2026-09-03T16:45:18Z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0x010100D7AA81958DC084408AFBF0B55E9068CD</vt:lpwstr>
  </property>
  <property fmtid="{D5CDD505-2E9C-101B-9397-08002B2CF9AE}" pid="3" name="MediaServiceImageTags">
    <vt:lpwstr/>
  </property>
  <property fmtid="{D5CDD505-2E9C-101B-9397-08002B2CF9AE}" pid="4" name="Order">
    <vt:r8>11883400</vt:r8>
  </property>
  <property fmtid="{D5CDD505-2E9C-101B-9397-08002B2CF9AE}" pid="5" name="ComplianceAssetId">
    <vt:lpwstr/>
  </property>
  <property fmtid="{D5CDD505-2E9C-101B-9397-08002B2CF9AE}" pid="6" name="WistiaLink">
    <vt:lpwstr>, </vt:lpwstr>
  </property>
  <property fmtid="{D5CDD505-2E9C-101B-9397-08002B2CF9AE}" pid="7" name="_ExtendedDescription">
    <vt:lpwstr/>
  </property>
  <property fmtid="{D5CDD505-2E9C-101B-9397-08002B2CF9AE}" pid="8" name="TriggerFlowInfo">
    <vt:lpwstr/>
  </property>
</Properties>
</file>