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4"/>
    <p:sldMasterId id="2147483657" r:id="rId5"/>
    <p:sldMasterId id="2147483659" r:id="rId6"/>
    <p:sldMasterId id="2147483648" r:id="rId7"/>
    <p:sldMasterId id="2147483661" r:id="rId8"/>
  </p:sldMasterIdLst>
  <p:notesMasterIdLst>
    <p:notesMasterId r:id="rId26"/>
  </p:notesMasterIdLst>
  <p:sldIdLst>
    <p:sldId id="264" r:id="rId9"/>
    <p:sldId id="268" r:id="rId10"/>
    <p:sldId id="269" r:id="rId11"/>
    <p:sldId id="276" r:id="rId12"/>
    <p:sldId id="271" r:id="rId13"/>
    <p:sldId id="277" r:id="rId14"/>
    <p:sldId id="278" r:id="rId15"/>
    <p:sldId id="279" r:id="rId16"/>
    <p:sldId id="280" r:id="rId17"/>
    <p:sldId id="281" r:id="rId18"/>
    <p:sldId id="282" r:id="rId19"/>
    <p:sldId id="283" r:id="rId20"/>
    <p:sldId id="286" r:id="rId21"/>
    <p:sldId id="284" r:id="rId22"/>
    <p:sldId id="287" r:id="rId23"/>
    <p:sldId id="275" r:id="rId24"/>
    <p:sldId id="27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18111F-38E8-378C-C76B-519157626FEC}" name="Clare Botelho" initials="CB" userId="S::cbotelho@benchmarkeducation.com::a502075c-4a54-476a-bdd0-21d9d24b8163" providerId="AD"/>
  <p188:author id="{31B50F85-A574-D3DC-8EC8-1347EF8F0584}" name="Christina Triantafillis" initials="CT" userId="S::christina@benchmarkeducation.com::4aecc5f4-7143-4b46-b8b6-f9cd3163dfa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EB9DC"/>
    <a:srgbClr val="813384"/>
    <a:srgbClr val="2AB295"/>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33D957-A530-164D-AF72-870A48DD1F64}" v="31" dt="2026-10-21T11:48:34.234"/>
    <p1510:client id="{BC2ED3ED-141A-A983-77E4-F2CD74899FBC}" v="28" dt="2026-10-21T11:41:54.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24"/>
    <p:restoredTop sz="58605"/>
  </p:normalViewPr>
  <p:slideViewPr>
    <p:cSldViewPr snapToGrid="0">
      <p:cViewPr>
        <p:scale>
          <a:sx n="108" d="100"/>
          <a:sy n="108" d="100"/>
        </p:scale>
        <p:origin x="88" y="-64"/>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ya Schultz" userId="S::kschultz@benchmarkeducation.com::82b2feeb-a53d-48ea-afd0-25794ba8c49c" providerId="AD" clId="Web-{D9257C10-B769-DD66-EEA6-9D57A93F8450}"/>
    <pc:docChg chg="modSld">
      <pc:chgData name="Katya Schultz" userId="S::kschultz@benchmarkeducation.com::82b2feeb-a53d-48ea-afd0-25794ba8c49c" providerId="AD" clId="Web-{D9257C10-B769-DD66-EEA6-9D57A93F8450}" dt="2026-10-09T21:31:16.575" v="5" actId="20577"/>
      <pc:docMkLst>
        <pc:docMk/>
      </pc:docMkLst>
      <pc:sldChg chg="modSp">
        <pc:chgData name="Katya Schultz" userId="S::kschultz@benchmarkeducation.com::82b2feeb-a53d-48ea-afd0-25794ba8c49c" providerId="AD" clId="Web-{D9257C10-B769-DD66-EEA6-9D57A93F8450}" dt="2026-10-09T21:31:16.575" v="5" actId="20577"/>
        <pc:sldMkLst>
          <pc:docMk/>
          <pc:sldMk cId="2716112897" sldId="264"/>
        </pc:sldMkLst>
        <pc:spChg chg="mod">
          <ac:chgData name="Katya Schultz" userId="S::kschultz@benchmarkeducation.com::82b2feeb-a53d-48ea-afd0-25794ba8c49c" providerId="AD" clId="Web-{D9257C10-B769-DD66-EEA6-9D57A93F8450}" dt="2026-10-09T21:31:16.575" v="5" actId="20577"/>
          <ac:spMkLst>
            <pc:docMk/>
            <pc:sldMk cId="2716112897" sldId="264"/>
            <ac:spMk id="28" creationId="{2A114065-8FF2-E8C1-2B4E-C5151BA84389}"/>
          </ac:spMkLst>
        </pc:spChg>
      </pc:sldChg>
    </pc:docChg>
  </pc:docChgLst>
  <pc:docChgLst>
    <pc:chgData name="Diana Bowles" userId="S::dbowles@benchmarkeducation.com::67423e45-160b-4bae-87df-e3d77ee70c8b" providerId="AD" clId="Web-{A5D2E391-9FC8-B7A0-5E93-72D65343104A}"/>
    <pc:docChg chg="modSld">
      <pc:chgData name="Diana Bowles" userId="S::dbowles@benchmarkeducation.com::67423e45-160b-4bae-87df-e3d77ee70c8b" providerId="AD" clId="Web-{A5D2E391-9FC8-B7A0-5E93-72D65343104A}" dt="2026-10-12T11:55:38.829" v="3" actId="20577"/>
      <pc:docMkLst>
        <pc:docMk/>
      </pc:docMkLst>
      <pc:sldChg chg="modSp">
        <pc:chgData name="Diana Bowles" userId="S::dbowles@benchmarkeducation.com::67423e45-160b-4bae-87df-e3d77ee70c8b" providerId="AD" clId="Web-{A5D2E391-9FC8-B7A0-5E93-72D65343104A}" dt="2026-10-12T11:55:33.704" v="1" actId="20577"/>
        <pc:sldMkLst>
          <pc:docMk/>
          <pc:sldMk cId="1065034645" sldId="268"/>
        </pc:sldMkLst>
        <pc:spChg chg="mod">
          <ac:chgData name="Diana Bowles" userId="S::dbowles@benchmarkeducation.com::67423e45-160b-4bae-87df-e3d77ee70c8b" providerId="AD" clId="Web-{A5D2E391-9FC8-B7A0-5E93-72D65343104A}" dt="2026-10-12T11:55:33.704" v="1" actId="20577"/>
          <ac:spMkLst>
            <pc:docMk/>
            <pc:sldMk cId="1065034645" sldId="268"/>
            <ac:spMk id="7" creationId="{77A05A2B-7BDF-F58D-A09D-34774901DDEE}"/>
          </ac:spMkLst>
        </pc:spChg>
      </pc:sldChg>
      <pc:sldChg chg="modSp">
        <pc:chgData name="Diana Bowles" userId="S::dbowles@benchmarkeducation.com::67423e45-160b-4bae-87df-e3d77ee70c8b" providerId="AD" clId="Web-{A5D2E391-9FC8-B7A0-5E93-72D65343104A}" dt="2026-10-12T11:55:38.829" v="3" actId="20577"/>
        <pc:sldMkLst>
          <pc:docMk/>
          <pc:sldMk cId="2488507111" sldId="270"/>
        </pc:sldMkLst>
        <pc:spChg chg="mod">
          <ac:chgData name="Diana Bowles" userId="S::dbowles@benchmarkeducation.com::67423e45-160b-4bae-87df-e3d77ee70c8b" providerId="AD" clId="Web-{A5D2E391-9FC8-B7A0-5E93-72D65343104A}" dt="2026-10-12T11:55:38.829" v="3" actId="20577"/>
          <ac:spMkLst>
            <pc:docMk/>
            <pc:sldMk cId="2488507111" sldId="270"/>
            <ac:spMk id="7" creationId="{B54F3C0F-31C3-6442-B443-F4E752DE8B7B}"/>
          </ac:spMkLst>
        </pc:spChg>
      </pc:sldChg>
    </pc:docChg>
  </pc:docChgLst>
  <pc:docChgLst>
    <pc:chgData name="Clare Botelho" userId="S::cbotelho@benchmarkeducation.com::a502075c-4a54-476a-bdd0-21d9d24b8163" providerId="AD" clId="Web-{9EF93EC0-E34E-C31A-AEDF-BC348432B5D4}"/>
    <pc:docChg chg="modSld">
      <pc:chgData name="Clare Botelho" userId="S::cbotelho@benchmarkeducation.com::a502075c-4a54-476a-bdd0-21d9d24b8163" providerId="AD" clId="Web-{9EF93EC0-E34E-C31A-AEDF-BC348432B5D4}" dt="2026-10-12T13:31:13.894" v="17" actId="1076"/>
      <pc:docMkLst>
        <pc:docMk/>
      </pc:docMkLst>
      <pc:sldChg chg="addSp delSp modSp">
        <pc:chgData name="Clare Botelho" userId="S::cbotelho@benchmarkeducation.com::a502075c-4a54-476a-bdd0-21d9d24b8163" providerId="AD" clId="Web-{9EF93EC0-E34E-C31A-AEDF-BC348432B5D4}" dt="2026-10-12T13:31:13.894" v="17" actId="1076"/>
        <pc:sldMkLst>
          <pc:docMk/>
          <pc:sldMk cId="2123023216" sldId="275"/>
        </pc:sldMkLst>
        <pc:spChg chg="mod">
          <ac:chgData name="Clare Botelho" userId="S::cbotelho@benchmarkeducation.com::a502075c-4a54-476a-bdd0-21d9d24b8163" providerId="AD" clId="Web-{9EF93EC0-E34E-C31A-AEDF-BC348432B5D4}" dt="2026-10-12T13:31:10.769" v="16" actId="1076"/>
          <ac:spMkLst>
            <pc:docMk/>
            <pc:sldMk cId="2123023216" sldId="275"/>
            <ac:spMk id="3" creationId="{56AE0D05-A8F7-03FF-FD4F-86C1B5D204CB}"/>
          </ac:spMkLst>
        </pc:spChg>
        <pc:spChg chg="add">
          <ac:chgData name="Clare Botelho" userId="S::cbotelho@benchmarkeducation.com::a502075c-4a54-476a-bdd0-21d9d24b8163" providerId="AD" clId="Web-{9EF93EC0-E34E-C31A-AEDF-BC348432B5D4}" dt="2026-10-12T13:29:57.345" v="3"/>
          <ac:spMkLst>
            <pc:docMk/>
            <pc:sldMk cId="2123023216" sldId="275"/>
            <ac:spMk id="13" creationId="{8B075490-BA4B-2881-E39D-E20CEE7E7F9B}"/>
          </ac:spMkLst>
        </pc:spChg>
        <pc:spChg chg="add">
          <ac:chgData name="Clare Botelho" userId="S::cbotelho@benchmarkeducation.com::a502075c-4a54-476a-bdd0-21d9d24b8163" providerId="AD" clId="Web-{9EF93EC0-E34E-C31A-AEDF-BC348432B5D4}" dt="2026-10-12T13:29:59.642" v="4"/>
          <ac:spMkLst>
            <pc:docMk/>
            <pc:sldMk cId="2123023216" sldId="275"/>
            <ac:spMk id="14" creationId="{77070185-1447-2682-9912-203BAABB4E17}"/>
          </ac:spMkLst>
        </pc:spChg>
        <pc:picChg chg="add mod modCrop">
          <ac:chgData name="Clare Botelho" userId="S::cbotelho@benchmarkeducation.com::a502075c-4a54-476a-bdd0-21d9d24b8163" providerId="AD" clId="Web-{9EF93EC0-E34E-C31A-AEDF-BC348432B5D4}" dt="2026-10-12T13:31:13.894" v="17" actId="1076"/>
          <ac:picMkLst>
            <pc:docMk/>
            <pc:sldMk cId="2123023216" sldId="275"/>
            <ac:picMk id="15" creationId="{216B3F8D-627D-3E33-E0D3-0CB37D21D163}"/>
          </ac:picMkLst>
        </pc:picChg>
      </pc:sldChg>
    </pc:docChg>
  </pc:docChgLst>
  <pc:docChgLst>
    <pc:chgData name="Clare Botelho" userId="S::cbotelho@benchmarkeducation.com::a502075c-4a54-476a-bdd0-21d9d24b8163" providerId="AD" clId="Web-{871FBC08-EE35-02CE-310A-24F443E76DEB}"/>
    <pc:docChg chg="modSld">
      <pc:chgData name="Clare Botelho" userId="S::cbotelho@benchmarkeducation.com::a502075c-4a54-476a-bdd0-21d9d24b8163" providerId="AD" clId="Web-{871FBC08-EE35-02CE-310A-24F443E76DEB}" dt="2026-09-28T20:02:57.870" v="1" actId="20577"/>
      <pc:docMkLst>
        <pc:docMk/>
      </pc:docMkLst>
      <pc:sldChg chg="modSp">
        <pc:chgData name="Clare Botelho" userId="S::cbotelho@benchmarkeducation.com::a502075c-4a54-476a-bdd0-21d9d24b8163" providerId="AD" clId="Web-{871FBC08-EE35-02CE-310A-24F443E76DEB}" dt="2026-09-28T20:02:57.870" v="1" actId="20577"/>
        <pc:sldMkLst>
          <pc:docMk/>
          <pc:sldMk cId="2716112897" sldId="264"/>
        </pc:sldMkLst>
        <pc:spChg chg="mod">
          <ac:chgData name="Clare Botelho" userId="S::cbotelho@benchmarkeducation.com::a502075c-4a54-476a-bdd0-21d9d24b8163" providerId="AD" clId="Web-{871FBC08-EE35-02CE-310A-24F443E76DEB}" dt="2026-09-28T20:02:57.870" v="1" actId="20577"/>
          <ac:spMkLst>
            <pc:docMk/>
            <pc:sldMk cId="2716112897" sldId="264"/>
            <ac:spMk id="28" creationId="{2A114065-8FF2-E8C1-2B4E-C5151BA84389}"/>
          </ac:spMkLst>
        </pc:spChg>
      </pc:sldChg>
    </pc:docChg>
  </pc:docChgLst>
  <pc:docChgLst>
    <pc:chgData name="Clare Botelho" userId="S::cbotelho@benchmarkeducation.com::a502075c-4a54-476a-bdd0-21d9d24b8163" providerId="AD" clId="Web-{BC2ED3ED-141A-A983-77E4-F2CD74899FBC}"/>
    <pc:docChg chg="modSld">
      <pc:chgData name="Clare Botelho" userId="S::cbotelho@benchmarkeducation.com::a502075c-4a54-476a-bdd0-21d9d24b8163" providerId="AD" clId="Web-{BC2ED3ED-141A-A983-77E4-F2CD74899FBC}" dt="2026-10-21T11:41:54.077" v="23"/>
      <pc:docMkLst>
        <pc:docMk/>
      </pc:docMkLst>
      <pc:sldChg chg="addAnim delAnim modAnim">
        <pc:chgData name="Clare Botelho" userId="S::cbotelho@benchmarkeducation.com::a502075c-4a54-476a-bdd0-21d9d24b8163" providerId="AD" clId="Web-{BC2ED3ED-141A-A983-77E4-F2CD74899FBC}" dt="2026-10-21T11:41:11.280" v="13"/>
        <pc:sldMkLst>
          <pc:docMk/>
          <pc:sldMk cId="1890829512" sldId="269"/>
        </pc:sldMkLst>
      </pc:sldChg>
      <pc:sldChg chg="modSp addAnim delAnim modAnim">
        <pc:chgData name="Clare Botelho" userId="S::cbotelho@benchmarkeducation.com::a502075c-4a54-476a-bdd0-21d9d24b8163" providerId="AD" clId="Web-{BC2ED3ED-141A-A983-77E4-F2CD74899FBC}" dt="2026-10-21T11:41:54.077" v="23"/>
        <pc:sldMkLst>
          <pc:docMk/>
          <pc:sldMk cId="1018166703" sldId="271"/>
        </pc:sldMkLst>
        <pc:spChg chg="mod">
          <ac:chgData name="Clare Botelho" userId="S::cbotelho@benchmarkeducation.com::a502075c-4a54-476a-bdd0-21d9d24b8163" providerId="AD" clId="Web-{BC2ED3ED-141A-A983-77E4-F2CD74899FBC}" dt="2026-10-21T11:40:20.796" v="3" actId="20577"/>
          <ac:spMkLst>
            <pc:docMk/>
            <pc:sldMk cId="1018166703" sldId="271"/>
            <ac:spMk id="10" creationId="{056697DB-D285-B2A6-B0FE-86F0B3C3B012}"/>
          </ac:spMkLst>
        </pc:spChg>
      </pc:sldChg>
      <pc:sldChg chg="modSp addAnim delAnim modAnim">
        <pc:chgData name="Clare Botelho" userId="S::cbotelho@benchmarkeducation.com::a502075c-4a54-476a-bdd0-21d9d24b8163" providerId="AD" clId="Web-{BC2ED3ED-141A-A983-77E4-F2CD74899FBC}" dt="2026-10-21T11:41:31.921" v="19"/>
        <pc:sldMkLst>
          <pc:docMk/>
          <pc:sldMk cId="1045378714" sldId="276"/>
        </pc:sldMkLst>
        <pc:spChg chg="mod">
          <ac:chgData name="Clare Botelho" userId="S::cbotelho@benchmarkeducation.com::a502075c-4a54-476a-bdd0-21d9d24b8163" providerId="AD" clId="Web-{BC2ED3ED-141A-A983-77E4-F2CD74899FBC}" dt="2026-10-21T11:39:56.374" v="1" actId="20577"/>
          <ac:spMkLst>
            <pc:docMk/>
            <pc:sldMk cId="1045378714" sldId="276"/>
            <ac:spMk id="10" creationId="{04C97E61-DF3A-567E-AD6A-A375FABC6B8E}"/>
          </ac:spMkLst>
        </pc:spChg>
      </pc:sldChg>
    </pc:docChg>
  </pc:docChgLst>
  <pc:docChgLst>
    <pc:chgData name="Katya Schultz" userId="S::kschultz@benchmarkeducation.com::82b2feeb-a53d-48ea-afd0-25794ba8c49c" providerId="AD" clId="Web-{A71CFDD5-30D4-DC77-7690-FB3D8C42EC15}"/>
    <pc:docChg chg="modSld">
      <pc:chgData name="Katya Schultz" userId="S::kschultz@benchmarkeducation.com::82b2feeb-a53d-48ea-afd0-25794ba8c49c" providerId="AD" clId="Web-{A71CFDD5-30D4-DC77-7690-FB3D8C42EC15}" dt="2026-10-16T18:46:30.162" v="1" actId="14100"/>
      <pc:docMkLst>
        <pc:docMk/>
      </pc:docMkLst>
      <pc:sldChg chg="modSp">
        <pc:chgData name="Katya Schultz" userId="S::kschultz@benchmarkeducation.com::82b2feeb-a53d-48ea-afd0-25794ba8c49c" providerId="AD" clId="Web-{A71CFDD5-30D4-DC77-7690-FB3D8C42EC15}" dt="2026-10-16T18:46:30.162" v="1" actId="14100"/>
        <pc:sldMkLst>
          <pc:docMk/>
          <pc:sldMk cId="4088167235" sldId="278"/>
        </pc:sldMkLst>
        <pc:spChg chg="mod">
          <ac:chgData name="Katya Schultz" userId="S::kschultz@benchmarkeducation.com::82b2feeb-a53d-48ea-afd0-25794ba8c49c" providerId="AD" clId="Web-{A71CFDD5-30D4-DC77-7690-FB3D8C42EC15}" dt="2026-10-16T18:46:30.162" v="1" actId="14100"/>
          <ac:spMkLst>
            <pc:docMk/>
            <pc:sldMk cId="4088167235" sldId="278"/>
            <ac:spMk id="24" creationId="{91A5FDA8-3AB0-EC52-2BB1-BBCE8CD51A4F}"/>
          </ac:spMkLst>
        </pc:spChg>
      </pc:sldChg>
    </pc:docChg>
  </pc:docChgLst>
  <pc:docChgLst>
    <pc:chgData name="Clare Botelho" userId="a502075c-4a54-476a-bdd0-21d9d24b8163" providerId="ADAL" clId="{15941BDC-DA39-52CD-97E5-5F95805C3BAF}"/>
    <pc:docChg chg="undo custSel addSld delSld modSld">
      <pc:chgData name="Clare Botelho" userId="a502075c-4a54-476a-bdd0-21d9d24b8163" providerId="ADAL" clId="{15941BDC-DA39-52CD-97E5-5F95805C3BAF}" dt="2026-10-21T11:50:18.156" v="1406" actId="113"/>
      <pc:docMkLst>
        <pc:docMk/>
      </pc:docMkLst>
      <pc:sldChg chg="addSp delSp modSp mod">
        <pc:chgData name="Clare Botelho" userId="a502075c-4a54-476a-bdd0-21d9d24b8163" providerId="ADAL" clId="{15941BDC-DA39-52CD-97E5-5F95805C3BAF}" dt="2026-10-09T21:34:01.156" v="1061" actId="14100"/>
        <pc:sldMkLst>
          <pc:docMk/>
          <pc:sldMk cId="1890829512" sldId="269"/>
        </pc:sldMkLst>
        <pc:spChg chg="mod">
          <ac:chgData name="Clare Botelho" userId="a502075c-4a54-476a-bdd0-21d9d24b8163" providerId="ADAL" clId="{15941BDC-DA39-52CD-97E5-5F95805C3BAF}" dt="2026-10-09T21:31:11.868" v="1018"/>
          <ac:spMkLst>
            <pc:docMk/>
            <pc:sldMk cId="1890829512" sldId="269"/>
            <ac:spMk id="17" creationId="{1D21E56B-B537-5474-1302-B22DF93CF877}"/>
          </ac:spMkLst>
        </pc:spChg>
        <pc:spChg chg="mod">
          <ac:chgData name="Clare Botelho" userId="a502075c-4a54-476a-bdd0-21d9d24b8163" providerId="ADAL" clId="{15941BDC-DA39-52CD-97E5-5F95805C3BAF}" dt="2026-10-09T21:32:52.743" v="1045" actId="1035"/>
          <ac:spMkLst>
            <pc:docMk/>
            <pc:sldMk cId="1890829512" sldId="269"/>
            <ac:spMk id="18" creationId="{9B07BC76-DF03-6653-6DF1-F8986C0FBEF9}"/>
          </ac:spMkLst>
        </pc:spChg>
        <pc:spChg chg="mod">
          <ac:chgData name="Clare Botelho" userId="a502075c-4a54-476a-bdd0-21d9d24b8163" providerId="ADAL" clId="{15941BDC-DA39-52CD-97E5-5F95805C3BAF}" dt="2026-10-09T21:31:24.741" v="1020"/>
          <ac:spMkLst>
            <pc:docMk/>
            <pc:sldMk cId="1890829512" sldId="269"/>
            <ac:spMk id="20" creationId="{3AF2806A-93F9-72CC-5093-A29C9144B080}"/>
          </ac:spMkLst>
        </pc:spChg>
        <pc:spChg chg="mod">
          <ac:chgData name="Clare Botelho" userId="a502075c-4a54-476a-bdd0-21d9d24b8163" providerId="ADAL" clId="{15941BDC-DA39-52CD-97E5-5F95805C3BAF}" dt="2026-10-09T21:32:57.029" v="1046" actId="1035"/>
          <ac:spMkLst>
            <pc:docMk/>
            <pc:sldMk cId="1890829512" sldId="269"/>
            <ac:spMk id="21" creationId="{E969E0C9-3A92-CF80-29B9-ADD8BD5D38EB}"/>
          </ac:spMkLst>
        </pc:spChg>
        <pc:spChg chg="mod">
          <ac:chgData name="Clare Botelho" userId="a502075c-4a54-476a-bdd0-21d9d24b8163" providerId="ADAL" clId="{15941BDC-DA39-52CD-97E5-5F95805C3BAF}" dt="2026-10-09T21:31:41.616" v="1022"/>
          <ac:spMkLst>
            <pc:docMk/>
            <pc:sldMk cId="1890829512" sldId="269"/>
            <ac:spMk id="23" creationId="{39EF2AE7-075D-72EB-D427-5CF8122909B3}"/>
          </ac:spMkLst>
        </pc:spChg>
        <pc:spChg chg="mod">
          <ac:chgData name="Clare Botelho" userId="a502075c-4a54-476a-bdd0-21d9d24b8163" providerId="ADAL" clId="{15941BDC-DA39-52CD-97E5-5F95805C3BAF}" dt="2026-10-09T21:34:01.156" v="1061" actId="14100"/>
          <ac:spMkLst>
            <pc:docMk/>
            <pc:sldMk cId="1890829512" sldId="269"/>
            <ac:spMk id="24" creationId="{8971C3E3-0F2B-E7D2-3F00-BFF443F97847}"/>
          </ac:spMkLst>
        </pc:spChg>
        <pc:grpChg chg="add mod">
          <ac:chgData name="Clare Botelho" userId="a502075c-4a54-476a-bdd0-21d9d24b8163" providerId="ADAL" clId="{15941BDC-DA39-52CD-97E5-5F95805C3BAF}" dt="2026-10-09T21:33:23.451" v="1055" actId="1036"/>
          <ac:grpSpMkLst>
            <pc:docMk/>
            <pc:sldMk cId="1890829512" sldId="269"/>
            <ac:grpSpMk id="16" creationId="{C21B0A51-34E2-67AD-8A79-2A4927F0B204}"/>
          </ac:grpSpMkLst>
        </pc:grpChg>
        <pc:grpChg chg="add mod">
          <ac:chgData name="Clare Botelho" userId="a502075c-4a54-476a-bdd0-21d9d24b8163" providerId="ADAL" clId="{15941BDC-DA39-52CD-97E5-5F95805C3BAF}" dt="2026-10-09T21:33:15.566" v="1049" actId="1037"/>
          <ac:grpSpMkLst>
            <pc:docMk/>
            <pc:sldMk cId="1890829512" sldId="269"/>
            <ac:grpSpMk id="19" creationId="{F7EFB0E8-E010-6E58-D8D9-97EA42C2D0E6}"/>
          </ac:grpSpMkLst>
        </pc:grpChg>
        <pc:grpChg chg="add mod">
          <ac:chgData name="Clare Botelho" userId="a502075c-4a54-476a-bdd0-21d9d24b8163" providerId="ADAL" clId="{15941BDC-DA39-52CD-97E5-5F95805C3BAF}" dt="2026-10-09T21:33:30.696" v="1056" actId="1035"/>
          <ac:grpSpMkLst>
            <pc:docMk/>
            <pc:sldMk cId="1890829512" sldId="269"/>
            <ac:grpSpMk id="22" creationId="{DEE0BC80-D192-AAD3-BC76-4CA23BC4532B}"/>
          </ac:grpSpMkLst>
        </pc:grpChg>
        <pc:picChg chg="add mod">
          <ac:chgData name="Clare Botelho" userId="a502075c-4a54-476a-bdd0-21d9d24b8163" providerId="ADAL" clId="{15941BDC-DA39-52CD-97E5-5F95805C3BAF}" dt="2026-10-09T21:32:09.823" v="1037" actId="1076"/>
          <ac:picMkLst>
            <pc:docMk/>
            <pc:sldMk cId="1890829512" sldId="269"/>
            <ac:picMk id="9" creationId="{A6E33C26-4651-2DAE-F2F5-5D046C9B4735}"/>
          </ac:picMkLst>
        </pc:picChg>
      </pc:sldChg>
      <pc:sldChg chg="addSp delSp modSp mod modAnim modNotesTx">
        <pc:chgData name="Clare Botelho" userId="a502075c-4a54-476a-bdd0-21d9d24b8163" providerId="ADAL" clId="{15941BDC-DA39-52CD-97E5-5F95805C3BAF}" dt="2026-10-21T11:46:09.311" v="1290" actId="20577"/>
        <pc:sldMkLst>
          <pc:docMk/>
          <pc:sldMk cId="1018166703" sldId="271"/>
        </pc:sldMkLst>
        <pc:spChg chg="mod topLvl">
          <ac:chgData name="Clare Botelho" userId="a502075c-4a54-476a-bdd0-21d9d24b8163" providerId="ADAL" clId="{15941BDC-DA39-52CD-97E5-5F95805C3BAF}" dt="2026-10-09T21:36:22.900" v="1076" actId="164"/>
          <ac:spMkLst>
            <pc:docMk/>
            <pc:sldMk cId="1018166703" sldId="271"/>
            <ac:spMk id="5" creationId="{0A7EA07E-4E32-6315-4E23-6E540A3415B5}"/>
          </ac:spMkLst>
        </pc:spChg>
        <pc:spChg chg="add mod topLvl">
          <ac:chgData name="Clare Botelho" userId="a502075c-4a54-476a-bdd0-21d9d24b8163" providerId="ADAL" clId="{15941BDC-DA39-52CD-97E5-5F95805C3BAF}" dt="2026-10-21T11:43:44.126" v="1283" actId="1036"/>
          <ac:spMkLst>
            <pc:docMk/>
            <pc:sldMk cId="1018166703" sldId="271"/>
            <ac:spMk id="7" creationId="{00F3E4EB-5A77-1938-83B2-22B4C71855D6}"/>
          </ac:spMkLst>
        </pc:spChg>
        <pc:spChg chg="mod">
          <ac:chgData name="Clare Botelho" userId="a502075c-4a54-476a-bdd0-21d9d24b8163" providerId="ADAL" clId="{15941BDC-DA39-52CD-97E5-5F95805C3BAF}" dt="2026-10-09T21:36:14.901" v="1075" actId="1076"/>
          <ac:spMkLst>
            <pc:docMk/>
            <pc:sldMk cId="1018166703" sldId="271"/>
            <ac:spMk id="9" creationId="{2E00DDB2-01F3-1D05-A326-F66D67E973A3}"/>
          </ac:spMkLst>
        </pc:spChg>
        <pc:grpChg chg="add mod">
          <ac:chgData name="Clare Botelho" userId="a502075c-4a54-476a-bdd0-21d9d24b8163" providerId="ADAL" clId="{15941BDC-DA39-52CD-97E5-5F95805C3BAF}" dt="2026-10-09T21:36:22.900" v="1076" actId="164"/>
          <ac:grpSpMkLst>
            <pc:docMk/>
            <pc:sldMk cId="1018166703" sldId="271"/>
            <ac:grpSpMk id="13" creationId="{82DF1C54-D561-88B2-E01C-03A9AD95633E}"/>
          </ac:grpSpMkLst>
        </pc:grpChg>
        <pc:picChg chg="add mod topLvl">
          <ac:chgData name="Clare Botelho" userId="a502075c-4a54-476a-bdd0-21d9d24b8163" providerId="ADAL" clId="{15941BDC-DA39-52CD-97E5-5F95805C3BAF}" dt="2026-10-09T21:05:03.294" v="930" actId="165"/>
          <ac:picMkLst>
            <pc:docMk/>
            <pc:sldMk cId="1018166703" sldId="271"/>
            <ac:picMk id="6" creationId="{07233D5C-A1F6-A198-FFF8-53964ACC4CE5}"/>
          </ac:picMkLst>
        </pc:picChg>
      </pc:sldChg>
      <pc:sldChg chg="delSp modSp mod">
        <pc:chgData name="Clare Botelho" userId="a502075c-4a54-476a-bdd0-21d9d24b8163" providerId="ADAL" clId="{15941BDC-DA39-52CD-97E5-5F95805C3BAF}" dt="2026-10-21T11:50:18.156" v="1406" actId="113"/>
        <pc:sldMkLst>
          <pc:docMk/>
          <pc:sldMk cId="2123023216" sldId="275"/>
        </pc:sldMkLst>
        <pc:spChg chg="mod">
          <ac:chgData name="Clare Botelho" userId="a502075c-4a54-476a-bdd0-21d9d24b8163" providerId="ADAL" clId="{15941BDC-DA39-52CD-97E5-5F95805C3BAF}" dt="2026-10-21T11:50:18.156" v="1406" actId="113"/>
          <ac:spMkLst>
            <pc:docMk/>
            <pc:sldMk cId="2123023216" sldId="275"/>
            <ac:spMk id="10" creationId="{0D774617-8AD6-DE7D-458F-13AFE1F1D4AC}"/>
          </ac:spMkLst>
        </pc:spChg>
        <pc:picChg chg="del">
          <ac:chgData name="Clare Botelho" userId="a502075c-4a54-476a-bdd0-21d9d24b8163" providerId="ADAL" clId="{15941BDC-DA39-52CD-97E5-5F95805C3BAF}" dt="2026-10-21T11:50:05.989" v="1374" actId="478"/>
          <ac:picMkLst>
            <pc:docMk/>
            <pc:sldMk cId="2123023216" sldId="275"/>
            <ac:picMk id="7" creationId="{C95A7B27-7C22-9A05-30C8-9D778595C84E}"/>
          </ac:picMkLst>
        </pc:picChg>
      </pc:sldChg>
      <pc:sldChg chg="addSp delSp modSp mod modNotesTx">
        <pc:chgData name="Clare Botelho" userId="a502075c-4a54-476a-bdd0-21d9d24b8163" providerId="ADAL" clId="{15941BDC-DA39-52CD-97E5-5F95805C3BAF}" dt="2026-10-21T11:46:01.474" v="1289" actId="20577"/>
        <pc:sldMkLst>
          <pc:docMk/>
          <pc:sldMk cId="1045378714" sldId="276"/>
        </pc:sldMkLst>
        <pc:picChg chg="add mod">
          <ac:chgData name="Clare Botelho" userId="a502075c-4a54-476a-bdd0-21d9d24b8163" providerId="ADAL" clId="{15941BDC-DA39-52CD-97E5-5F95805C3BAF}" dt="2026-10-09T21:34:33.906" v="1065" actId="1076"/>
          <ac:picMkLst>
            <pc:docMk/>
            <pc:sldMk cId="1045378714" sldId="276"/>
            <ac:picMk id="3" creationId="{038C17E6-4C91-6A87-E115-E07D2E3D7A48}"/>
          </ac:picMkLst>
        </pc:picChg>
      </pc:sldChg>
      <pc:sldChg chg="addSp delSp modSp mod delAnim modAnim modNotesTx">
        <pc:chgData name="Clare Botelho" userId="a502075c-4a54-476a-bdd0-21d9d24b8163" providerId="ADAL" clId="{15941BDC-DA39-52CD-97E5-5F95805C3BAF}" dt="2026-10-21T11:46:44.704" v="1293" actId="20577"/>
        <pc:sldMkLst>
          <pc:docMk/>
          <pc:sldMk cId="3432069628" sldId="277"/>
        </pc:sldMkLst>
        <pc:spChg chg="mod">
          <ac:chgData name="Clare Botelho" userId="a502075c-4a54-476a-bdd0-21d9d24b8163" providerId="ADAL" clId="{15941BDC-DA39-52CD-97E5-5F95805C3BAF}" dt="2026-10-09T21:36:30.648" v="1079"/>
          <ac:spMkLst>
            <pc:docMk/>
            <pc:sldMk cId="3432069628" sldId="277"/>
            <ac:spMk id="7" creationId="{F59120CA-9F0B-2EB9-6727-BEF12474566E}"/>
          </ac:spMkLst>
        </pc:spChg>
        <pc:spChg chg="mod">
          <ac:chgData name="Clare Botelho" userId="a502075c-4a54-476a-bdd0-21d9d24b8163" providerId="ADAL" clId="{15941BDC-DA39-52CD-97E5-5F95805C3BAF}" dt="2026-10-09T21:36:30.648" v="1079"/>
          <ac:spMkLst>
            <pc:docMk/>
            <pc:sldMk cId="3432069628" sldId="277"/>
            <ac:spMk id="12" creationId="{8FE76942-0D7F-7BFB-F1F4-68DF19E33FC4}"/>
          </ac:spMkLst>
        </pc:spChg>
        <pc:spChg chg="mod topLvl">
          <ac:chgData name="Clare Botelho" userId="a502075c-4a54-476a-bdd0-21d9d24b8163" providerId="ADAL" clId="{15941BDC-DA39-52CD-97E5-5F95805C3BAF}" dt="2026-10-09T21:04:57.638" v="929" actId="165"/>
          <ac:spMkLst>
            <pc:docMk/>
            <pc:sldMk cId="3432069628" sldId="277"/>
            <ac:spMk id="17" creationId="{51497E01-67F1-DD62-AB74-2421A4BDB69A}"/>
          </ac:spMkLst>
        </pc:spChg>
        <pc:grpChg chg="add mod">
          <ac:chgData name="Clare Botelho" userId="a502075c-4a54-476a-bdd0-21d9d24b8163" providerId="ADAL" clId="{15941BDC-DA39-52CD-97E5-5F95805C3BAF}" dt="2026-10-09T21:36:30.648" v="1079"/>
          <ac:grpSpMkLst>
            <pc:docMk/>
            <pc:sldMk cId="3432069628" sldId="277"/>
            <ac:grpSpMk id="6" creationId="{5C9364A4-70AA-AE9A-888A-91C991ACEE7E}"/>
          </ac:grpSpMkLst>
        </pc:grpChg>
        <pc:picChg chg="add mod topLvl">
          <ac:chgData name="Clare Botelho" userId="a502075c-4a54-476a-bdd0-21d9d24b8163" providerId="ADAL" clId="{15941BDC-DA39-52CD-97E5-5F95805C3BAF}" dt="2026-10-09T21:04:57.638" v="929" actId="165"/>
          <ac:picMkLst>
            <pc:docMk/>
            <pc:sldMk cId="3432069628" sldId="277"/>
            <ac:picMk id="2" creationId="{3AFE22E5-55E9-AD01-24C5-E2EB9E9422DB}"/>
          </ac:picMkLst>
        </pc:picChg>
      </pc:sldChg>
      <pc:sldChg chg="addSp delSp modSp mod modAnim modNotesTx">
        <pc:chgData name="Clare Botelho" userId="a502075c-4a54-476a-bdd0-21d9d24b8163" providerId="ADAL" clId="{15941BDC-DA39-52CD-97E5-5F95805C3BAF}" dt="2026-10-21T11:46:34.508" v="1291" actId="20577"/>
        <pc:sldMkLst>
          <pc:docMk/>
          <pc:sldMk cId="4088167235" sldId="278"/>
        </pc:sldMkLst>
        <pc:spChg chg="mod topLvl">
          <ac:chgData name="Clare Botelho" userId="a502075c-4a54-476a-bdd0-21d9d24b8163" providerId="ADAL" clId="{15941BDC-DA39-52CD-97E5-5F95805C3BAF}" dt="2026-10-09T21:37:34.797" v="1091" actId="14100"/>
          <ac:spMkLst>
            <pc:docMk/>
            <pc:sldMk cId="4088167235" sldId="278"/>
            <ac:spMk id="5" creationId="{B703F4A6-D3A1-79FF-2D9C-C07E781E8AA4}"/>
          </ac:spMkLst>
        </pc:spChg>
        <pc:spChg chg="mod topLvl">
          <ac:chgData name="Clare Botelho" userId="a502075c-4a54-476a-bdd0-21d9d24b8163" providerId="ADAL" clId="{15941BDC-DA39-52CD-97E5-5F95805C3BAF}" dt="2026-10-09T21:37:30.376" v="1090" actId="14100"/>
          <ac:spMkLst>
            <pc:docMk/>
            <pc:sldMk cId="4088167235" sldId="278"/>
            <ac:spMk id="6" creationId="{6E56C50F-04D2-67EE-E371-32A1446CB3E0}"/>
          </ac:spMkLst>
        </pc:spChg>
        <pc:spChg chg="mod topLvl">
          <ac:chgData name="Clare Botelho" userId="a502075c-4a54-476a-bdd0-21d9d24b8163" providerId="ADAL" clId="{15941BDC-DA39-52CD-97E5-5F95805C3BAF}" dt="2026-10-09T21:37:44.555" v="1092" actId="1076"/>
          <ac:spMkLst>
            <pc:docMk/>
            <pc:sldMk cId="4088167235" sldId="278"/>
            <ac:spMk id="7" creationId="{B31B85B2-FC3F-96C0-5E76-615D5EE4AEA6}"/>
          </ac:spMkLst>
        </pc:spChg>
        <pc:spChg chg="mod">
          <ac:chgData name="Clare Botelho" userId="a502075c-4a54-476a-bdd0-21d9d24b8163" providerId="ADAL" clId="{15941BDC-DA39-52CD-97E5-5F95805C3BAF}" dt="2026-10-09T20:55:58.907" v="793" actId="1076"/>
          <ac:spMkLst>
            <pc:docMk/>
            <pc:sldMk cId="4088167235" sldId="278"/>
            <ac:spMk id="9" creationId="{C92F5D6A-D614-41D8-3E03-220D331EE2A7}"/>
          </ac:spMkLst>
        </pc:spChg>
        <pc:spChg chg="mod">
          <ac:chgData name="Clare Botelho" userId="a502075c-4a54-476a-bdd0-21d9d24b8163" providerId="ADAL" clId="{15941BDC-DA39-52CD-97E5-5F95805C3BAF}" dt="2026-10-21T11:44:31.645" v="1287"/>
          <ac:spMkLst>
            <pc:docMk/>
            <pc:sldMk cId="4088167235" sldId="278"/>
            <ac:spMk id="13" creationId="{CB29A535-589D-7E56-EAA6-8EB0C7F34596}"/>
          </ac:spMkLst>
        </pc:spChg>
        <pc:spChg chg="mod">
          <ac:chgData name="Clare Botelho" userId="a502075c-4a54-476a-bdd0-21d9d24b8163" providerId="ADAL" clId="{15941BDC-DA39-52CD-97E5-5F95805C3BAF}" dt="2026-10-21T11:44:31.645" v="1287"/>
          <ac:spMkLst>
            <pc:docMk/>
            <pc:sldMk cId="4088167235" sldId="278"/>
            <ac:spMk id="14" creationId="{931DF4A7-6231-B746-1521-E4A286407E62}"/>
          </ac:spMkLst>
        </pc:spChg>
        <pc:spChg chg="add mod topLvl">
          <ac:chgData name="Clare Botelho" userId="a502075c-4a54-476a-bdd0-21d9d24b8163" providerId="ADAL" clId="{15941BDC-DA39-52CD-97E5-5F95805C3BAF}" dt="2026-10-09T21:04:51.993" v="928" actId="165"/>
          <ac:spMkLst>
            <pc:docMk/>
            <pc:sldMk cId="4088167235" sldId="278"/>
            <ac:spMk id="18" creationId="{C10C3326-BF75-2550-2D20-743F1D32C119}"/>
          </ac:spMkLst>
        </pc:spChg>
        <pc:spChg chg="mod">
          <ac:chgData name="Clare Botelho" userId="a502075c-4a54-476a-bdd0-21d9d24b8163" providerId="ADAL" clId="{15941BDC-DA39-52CD-97E5-5F95805C3BAF}" dt="2026-10-09T21:36:44.965" v="1082"/>
          <ac:spMkLst>
            <pc:docMk/>
            <pc:sldMk cId="4088167235" sldId="278"/>
            <ac:spMk id="23" creationId="{ACD31A3F-7C53-D1D4-B1D7-BD6E56D3A39C}"/>
          </ac:spMkLst>
        </pc:spChg>
        <pc:spChg chg="mod">
          <ac:chgData name="Clare Botelho" userId="a502075c-4a54-476a-bdd0-21d9d24b8163" providerId="ADAL" clId="{15941BDC-DA39-52CD-97E5-5F95805C3BAF}" dt="2026-10-09T21:36:44.965" v="1082"/>
          <ac:spMkLst>
            <pc:docMk/>
            <pc:sldMk cId="4088167235" sldId="278"/>
            <ac:spMk id="24" creationId="{91A5FDA8-3AB0-EC52-2BB1-BBCE8CD51A4F}"/>
          </ac:spMkLst>
        </pc:spChg>
        <pc:grpChg chg="add mod">
          <ac:chgData name="Clare Botelho" userId="a502075c-4a54-476a-bdd0-21d9d24b8163" providerId="ADAL" clId="{15941BDC-DA39-52CD-97E5-5F95805C3BAF}" dt="2026-10-21T11:44:31.645" v="1287"/>
          <ac:grpSpMkLst>
            <pc:docMk/>
            <pc:sldMk cId="4088167235" sldId="278"/>
            <ac:grpSpMk id="12" creationId="{9B42D1E4-C924-7DE9-89B0-61E8B2568190}"/>
          </ac:grpSpMkLst>
        </pc:grpChg>
        <pc:grpChg chg="add del mod">
          <ac:chgData name="Clare Botelho" userId="a502075c-4a54-476a-bdd0-21d9d24b8163" providerId="ADAL" clId="{15941BDC-DA39-52CD-97E5-5F95805C3BAF}" dt="2026-10-21T11:44:31.011" v="1286" actId="478"/>
          <ac:grpSpMkLst>
            <pc:docMk/>
            <pc:sldMk cId="4088167235" sldId="278"/>
            <ac:grpSpMk id="22" creationId="{76ECA7CD-610F-DCD0-9C48-E61825957C4E}"/>
          </ac:grpSpMkLst>
        </pc:grpChg>
        <pc:picChg chg="add mod">
          <ac:chgData name="Clare Botelho" userId="a502075c-4a54-476a-bdd0-21d9d24b8163" providerId="ADAL" clId="{15941BDC-DA39-52CD-97E5-5F95805C3BAF}" dt="2026-10-09T21:37:03.844" v="1084" actId="1076"/>
          <ac:picMkLst>
            <pc:docMk/>
            <pc:sldMk cId="4088167235" sldId="278"/>
            <ac:picMk id="17" creationId="{0BDEBF72-0575-230B-812E-D996B07C4F97}"/>
          </ac:picMkLst>
        </pc:picChg>
      </pc:sldChg>
      <pc:sldChg chg="addSp delSp modSp mod modAnim">
        <pc:chgData name="Clare Botelho" userId="a502075c-4a54-476a-bdd0-21d9d24b8163" providerId="ADAL" clId="{15941BDC-DA39-52CD-97E5-5F95805C3BAF}" dt="2026-10-09T21:06:24.278" v="943"/>
        <pc:sldMkLst>
          <pc:docMk/>
          <pc:sldMk cId="1741767593" sldId="279"/>
        </pc:sldMkLst>
        <pc:spChg chg="add mod topLvl">
          <ac:chgData name="Clare Botelho" userId="a502075c-4a54-476a-bdd0-21d9d24b8163" providerId="ADAL" clId="{15941BDC-DA39-52CD-97E5-5F95805C3BAF}" dt="2026-10-09T21:04:45.555" v="927" actId="165"/>
          <ac:spMkLst>
            <pc:docMk/>
            <pc:sldMk cId="1741767593" sldId="279"/>
            <ac:spMk id="3" creationId="{BE7D43E7-07FB-500E-883F-D0283AAAFA05}"/>
          </ac:spMkLst>
        </pc:spChg>
        <pc:spChg chg="mod topLvl">
          <ac:chgData name="Clare Botelho" userId="a502075c-4a54-476a-bdd0-21d9d24b8163" providerId="ADAL" clId="{15941BDC-DA39-52CD-97E5-5F95805C3BAF}" dt="2026-10-09T21:04:45.555" v="927" actId="165"/>
          <ac:spMkLst>
            <pc:docMk/>
            <pc:sldMk cId="1741767593" sldId="279"/>
            <ac:spMk id="14" creationId="{80882E0F-4A87-FD27-1F03-38B79DEFA22B}"/>
          </ac:spMkLst>
        </pc:spChg>
        <pc:picChg chg="add mod topLvl">
          <ac:chgData name="Clare Botelho" userId="a502075c-4a54-476a-bdd0-21d9d24b8163" providerId="ADAL" clId="{15941BDC-DA39-52CD-97E5-5F95805C3BAF}" dt="2026-10-09T21:04:45.555" v="927" actId="165"/>
          <ac:picMkLst>
            <pc:docMk/>
            <pc:sldMk cId="1741767593" sldId="279"/>
            <ac:picMk id="2" creationId="{51F38333-4541-FC70-58E5-591DE163F024}"/>
          </ac:picMkLst>
        </pc:picChg>
      </pc:sldChg>
      <pc:sldChg chg="addSp delSp modSp mod modAnim">
        <pc:chgData name="Clare Botelho" userId="a502075c-4a54-476a-bdd0-21d9d24b8163" providerId="ADAL" clId="{15941BDC-DA39-52CD-97E5-5F95805C3BAF}" dt="2026-10-21T11:47:25.518" v="1301" actId="20577"/>
        <pc:sldMkLst>
          <pc:docMk/>
          <pc:sldMk cId="765561049" sldId="280"/>
        </pc:sldMkLst>
        <pc:spChg chg="mod topLvl">
          <ac:chgData name="Clare Botelho" userId="a502075c-4a54-476a-bdd0-21d9d24b8163" providerId="ADAL" clId="{15941BDC-DA39-52CD-97E5-5F95805C3BAF}" dt="2026-10-09T21:04:39.560" v="926" actId="165"/>
          <ac:spMkLst>
            <pc:docMk/>
            <pc:sldMk cId="765561049" sldId="280"/>
            <ac:spMk id="3" creationId="{9D9B70C6-8F73-9EE5-43A1-BE799AAD3FCF}"/>
          </ac:spMkLst>
        </pc:spChg>
        <pc:spChg chg="mod">
          <ac:chgData name="Clare Botelho" userId="a502075c-4a54-476a-bdd0-21d9d24b8163" providerId="ADAL" clId="{15941BDC-DA39-52CD-97E5-5F95805C3BAF}" dt="2026-10-21T11:47:25.518" v="1301" actId="20577"/>
          <ac:spMkLst>
            <pc:docMk/>
            <pc:sldMk cId="765561049" sldId="280"/>
            <ac:spMk id="10" creationId="{AF46A8C6-0473-637B-81A8-5E654B08537B}"/>
          </ac:spMkLst>
        </pc:spChg>
        <pc:picChg chg="add mod topLvl">
          <ac:chgData name="Clare Botelho" userId="a502075c-4a54-476a-bdd0-21d9d24b8163" providerId="ADAL" clId="{15941BDC-DA39-52CD-97E5-5F95805C3BAF}" dt="2026-10-09T21:04:39.560" v="926" actId="165"/>
          <ac:picMkLst>
            <pc:docMk/>
            <pc:sldMk cId="765561049" sldId="280"/>
            <ac:picMk id="4" creationId="{D37A91F2-563C-ACEC-C756-354FA7DE10EB}"/>
          </ac:picMkLst>
        </pc:picChg>
      </pc:sldChg>
      <pc:sldChg chg="addSp delSp modSp mod">
        <pc:chgData name="Clare Botelho" userId="a502075c-4a54-476a-bdd0-21d9d24b8163" providerId="ADAL" clId="{15941BDC-DA39-52CD-97E5-5F95805C3BAF}" dt="2026-10-21T11:48:00.105" v="1320" actId="113"/>
        <pc:sldMkLst>
          <pc:docMk/>
          <pc:sldMk cId="3561067192" sldId="281"/>
        </pc:sldMkLst>
        <pc:spChg chg="mod">
          <ac:chgData name="Clare Botelho" userId="a502075c-4a54-476a-bdd0-21d9d24b8163" providerId="ADAL" clId="{15941BDC-DA39-52CD-97E5-5F95805C3BAF}" dt="2026-10-21T11:48:00.105" v="1320" actId="113"/>
          <ac:spMkLst>
            <pc:docMk/>
            <pc:sldMk cId="3561067192" sldId="281"/>
            <ac:spMk id="10" creationId="{69A5BF6B-FB98-DE51-DE3A-9B76C41E41D7}"/>
          </ac:spMkLst>
        </pc:spChg>
        <pc:spChg chg="mod">
          <ac:chgData name="Clare Botelho" userId="a502075c-4a54-476a-bdd0-21d9d24b8163" providerId="ADAL" clId="{15941BDC-DA39-52CD-97E5-5F95805C3BAF}" dt="2026-10-09T21:02:26.952" v="895" actId="14100"/>
          <ac:spMkLst>
            <pc:docMk/>
            <pc:sldMk cId="3561067192" sldId="281"/>
            <ac:spMk id="12" creationId="{86316334-B665-386F-8126-9BB82879CA65}"/>
          </ac:spMkLst>
        </pc:spChg>
        <pc:spChg chg="mod topLvl">
          <ac:chgData name="Clare Botelho" userId="a502075c-4a54-476a-bdd0-21d9d24b8163" providerId="ADAL" clId="{15941BDC-DA39-52CD-97E5-5F95805C3BAF}" dt="2026-10-09T21:04:31.668" v="925" actId="165"/>
          <ac:spMkLst>
            <pc:docMk/>
            <pc:sldMk cId="3561067192" sldId="281"/>
            <ac:spMk id="13" creationId="{263EC51B-43D1-0365-9D53-54D265813FA0}"/>
          </ac:spMkLst>
        </pc:spChg>
        <pc:spChg chg="mod">
          <ac:chgData name="Clare Botelho" userId="a502075c-4a54-476a-bdd0-21d9d24b8163" providerId="ADAL" clId="{15941BDC-DA39-52CD-97E5-5F95805C3BAF}" dt="2026-10-09T21:38:54.577" v="1110" actId="1035"/>
          <ac:spMkLst>
            <pc:docMk/>
            <pc:sldMk cId="3561067192" sldId="281"/>
            <ac:spMk id="14" creationId="{72F4E967-E11F-C02E-7C67-1CF4FE654F17}"/>
          </ac:spMkLst>
        </pc:spChg>
        <pc:spChg chg="mod">
          <ac:chgData name="Clare Botelho" userId="a502075c-4a54-476a-bdd0-21d9d24b8163" providerId="ADAL" clId="{15941BDC-DA39-52CD-97E5-5F95805C3BAF}" dt="2026-10-09T21:38:56.092" v="1111" actId="1035"/>
          <ac:spMkLst>
            <pc:docMk/>
            <pc:sldMk cId="3561067192" sldId="281"/>
            <ac:spMk id="15" creationId="{79C91875-543C-90C6-7130-17799A579052}"/>
          </ac:spMkLst>
        </pc:spChg>
        <pc:spChg chg="mod">
          <ac:chgData name="Clare Botelho" userId="a502075c-4a54-476a-bdd0-21d9d24b8163" providerId="ADAL" clId="{15941BDC-DA39-52CD-97E5-5F95805C3BAF}" dt="2026-10-09T21:38:52.818" v="1109" actId="1035"/>
          <ac:spMkLst>
            <pc:docMk/>
            <pc:sldMk cId="3561067192" sldId="281"/>
            <ac:spMk id="16" creationId="{3C52DEDA-E5EB-51C8-9732-505F5CC99790}"/>
          </ac:spMkLst>
        </pc:spChg>
        <pc:spChg chg="mod">
          <ac:chgData name="Clare Botelho" userId="a502075c-4a54-476a-bdd0-21d9d24b8163" providerId="ADAL" clId="{15941BDC-DA39-52CD-97E5-5F95805C3BAF}" dt="2026-10-09T21:38:51.303" v="1108" actId="1035"/>
          <ac:spMkLst>
            <pc:docMk/>
            <pc:sldMk cId="3561067192" sldId="281"/>
            <ac:spMk id="17" creationId="{8A33A77F-95E8-4C0A-ABDD-B4BB694E1C31}"/>
          </ac:spMkLst>
        </pc:spChg>
        <pc:spChg chg="mod">
          <ac:chgData name="Clare Botelho" userId="a502075c-4a54-476a-bdd0-21d9d24b8163" providerId="ADAL" clId="{15941BDC-DA39-52CD-97E5-5F95805C3BAF}" dt="2026-10-09T21:38:48.586" v="1107" actId="1035"/>
          <ac:spMkLst>
            <pc:docMk/>
            <pc:sldMk cId="3561067192" sldId="281"/>
            <ac:spMk id="18" creationId="{41921D45-B795-2777-097A-BA06F148CA7F}"/>
          </ac:spMkLst>
        </pc:spChg>
        <pc:spChg chg="mod">
          <ac:chgData name="Clare Botelho" userId="a502075c-4a54-476a-bdd0-21d9d24b8163" providerId="ADAL" clId="{15941BDC-DA39-52CD-97E5-5F95805C3BAF}" dt="2026-10-09T21:38:46.226" v="1106" actId="1035"/>
          <ac:spMkLst>
            <pc:docMk/>
            <pc:sldMk cId="3561067192" sldId="281"/>
            <ac:spMk id="19" creationId="{52A98623-83C7-0B20-6991-5FE763A866D1}"/>
          </ac:spMkLst>
        </pc:spChg>
        <pc:spChg chg="mod">
          <ac:chgData name="Clare Botelho" userId="a502075c-4a54-476a-bdd0-21d9d24b8163" providerId="ADAL" clId="{15941BDC-DA39-52CD-97E5-5F95805C3BAF}" dt="2026-10-09T21:38:44.313" v="1105" actId="1035"/>
          <ac:spMkLst>
            <pc:docMk/>
            <pc:sldMk cId="3561067192" sldId="281"/>
            <ac:spMk id="20" creationId="{13D47AF8-B4F5-6428-E3E3-0A02F5FE97A0}"/>
          </ac:spMkLst>
        </pc:spChg>
        <pc:spChg chg="mod">
          <ac:chgData name="Clare Botelho" userId="a502075c-4a54-476a-bdd0-21d9d24b8163" providerId="ADAL" clId="{15941BDC-DA39-52CD-97E5-5F95805C3BAF}" dt="2026-10-09T21:38:42.403" v="1104" actId="1035"/>
          <ac:spMkLst>
            <pc:docMk/>
            <pc:sldMk cId="3561067192" sldId="281"/>
            <ac:spMk id="21" creationId="{39B5C434-C752-D3D7-3274-CEB544F5493B}"/>
          </ac:spMkLst>
        </pc:spChg>
        <pc:spChg chg="add del mod">
          <ac:chgData name="Clare Botelho" userId="a502075c-4a54-476a-bdd0-21d9d24b8163" providerId="ADAL" clId="{15941BDC-DA39-52CD-97E5-5F95805C3BAF}" dt="2026-10-09T21:38:40.399" v="1103" actId="1035"/>
          <ac:spMkLst>
            <pc:docMk/>
            <pc:sldMk cId="3561067192" sldId="281"/>
            <ac:spMk id="22" creationId="{1CA97D80-6D7C-9F85-ED66-0FE6F422603A}"/>
          </ac:spMkLst>
        </pc:spChg>
        <pc:spChg chg="mod">
          <ac:chgData name="Clare Botelho" userId="a502075c-4a54-476a-bdd0-21d9d24b8163" providerId="ADAL" clId="{15941BDC-DA39-52CD-97E5-5F95805C3BAF}" dt="2026-10-09T21:38:20.141" v="1093" actId="1035"/>
          <ac:spMkLst>
            <pc:docMk/>
            <pc:sldMk cId="3561067192" sldId="281"/>
            <ac:spMk id="23" creationId="{5DA29699-A229-69B3-2BF2-5E24ECD3A90A}"/>
          </ac:spMkLst>
        </pc:spChg>
        <pc:spChg chg="mod">
          <ac:chgData name="Clare Botelho" userId="a502075c-4a54-476a-bdd0-21d9d24b8163" providerId="ADAL" clId="{15941BDC-DA39-52CD-97E5-5F95805C3BAF}" dt="2026-10-09T21:38:23.824" v="1094" actId="1035"/>
          <ac:spMkLst>
            <pc:docMk/>
            <pc:sldMk cId="3561067192" sldId="281"/>
            <ac:spMk id="24" creationId="{23BEE249-9AA9-E74F-AF83-3F3E2F6AD12D}"/>
          </ac:spMkLst>
        </pc:spChg>
        <pc:spChg chg="mod">
          <ac:chgData name="Clare Botelho" userId="a502075c-4a54-476a-bdd0-21d9d24b8163" providerId="ADAL" clId="{15941BDC-DA39-52CD-97E5-5F95805C3BAF}" dt="2026-10-09T21:38:25.636" v="1095" actId="1035"/>
          <ac:spMkLst>
            <pc:docMk/>
            <pc:sldMk cId="3561067192" sldId="281"/>
            <ac:spMk id="25" creationId="{D79DFA14-17F9-6897-5608-3DE77E6BB724}"/>
          </ac:spMkLst>
        </pc:spChg>
        <pc:spChg chg="mod">
          <ac:chgData name="Clare Botelho" userId="a502075c-4a54-476a-bdd0-21d9d24b8163" providerId="ADAL" clId="{15941BDC-DA39-52CD-97E5-5F95805C3BAF}" dt="2026-10-09T21:38:27.455" v="1096" actId="1035"/>
          <ac:spMkLst>
            <pc:docMk/>
            <pc:sldMk cId="3561067192" sldId="281"/>
            <ac:spMk id="26" creationId="{02D7464E-F2A1-B01A-451D-733EE93C2D26}"/>
          </ac:spMkLst>
        </pc:spChg>
        <pc:spChg chg="mod">
          <ac:chgData name="Clare Botelho" userId="a502075c-4a54-476a-bdd0-21d9d24b8163" providerId="ADAL" clId="{15941BDC-DA39-52CD-97E5-5F95805C3BAF}" dt="2026-10-09T21:38:29.197" v="1097" actId="1035"/>
          <ac:spMkLst>
            <pc:docMk/>
            <pc:sldMk cId="3561067192" sldId="281"/>
            <ac:spMk id="27" creationId="{38A827C4-A24B-5C8C-EF71-B097158B44EA}"/>
          </ac:spMkLst>
        </pc:spChg>
        <pc:spChg chg="mod">
          <ac:chgData name="Clare Botelho" userId="a502075c-4a54-476a-bdd0-21d9d24b8163" providerId="ADAL" clId="{15941BDC-DA39-52CD-97E5-5F95805C3BAF}" dt="2026-10-09T21:38:30.598" v="1098" actId="1035"/>
          <ac:spMkLst>
            <pc:docMk/>
            <pc:sldMk cId="3561067192" sldId="281"/>
            <ac:spMk id="28" creationId="{F05E0F3C-7C77-A715-0DB6-4D853FD4394D}"/>
          </ac:spMkLst>
        </pc:spChg>
        <pc:spChg chg="mod">
          <ac:chgData name="Clare Botelho" userId="a502075c-4a54-476a-bdd0-21d9d24b8163" providerId="ADAL" clId="{15941BDC-DA39-52CD-97E5-5F95805C3BAF}" dt="2026-10-09T21:38:32.253" v="1099" actId="1035"/>
          <ac:spMkLst>
            <pc:docMk/>
            <pc:sldMk cId="3561067192" sldId="281"/>
            <ac:spMk id="29" creationId="{F4C7AC1B-47D3-FD9A-8976-03327872B695}"/>
          </ac:spMkLst>
        </pc:spChg>
        <pc:spChg chg="mod">
          <ac:chgData name="Clare Botelho" userId="a502075c-4a54-476a-bdd0-21d9d24b8163" providerId="ADAL" clId="{15941BDC-DA39-52CD-97E5-5F95805C3BAF}" dt="2026-10-09T21:38:34.696" v="1100" actId="1035"/>
          <ac:spMkLst>
            <pc:docMk/>
            <pc:sldMk cId="3561067192" sldId="281"/>
            <ac:spMk id="30" creationId="{637DB3CC-FE11-55B3-6F19-565FD2974442}"/>
          </ac:spMkLst>
        </pc:spChg>
        <pc:spChg chg="mod">
          <ac:chgData name="Clare Botelho" userId="a502075c-4a54-476a-bdd0-21d9d24b8163" providerId="ADAL" clId="{15941BDC-DA39-52CD-97E5-5F95805C3BAF}" dt="2026-10-09T21:38:37.141" v="1101" actId="1035"/>
          <ac:spMkLst>
            <pc:docMk/>
            <pc:sldMk cId="3561067192" sldId="281"/>
            <ac:spMk id="31" creationId="{B1949EE8-915F-A4ED-FCC4-65D03E8A8DAA}"/>
          </ac:spMkLst>
        </pc:spChg>
        <pc:spChg chg="add del mod">
          <ac:chgData name="Clare Botelho" userId="a502075c-4a54-476a-bdd0-21d9d24b8163" providerId="ADAL" clId="{15941BDC-DA39-52CD-97E5-5F95805C3BAF}" dt="2026-10-09T21:38:38.432" v="1102" actId="1035"/>
          <ac:spMkLst>
            <pc:docMk/>
            <pc:sldMk cId="3561067192" sldId="281"/>
            <ac:spMk id="32" creationId="{3F8A6906-9233-2B06-E9AF-E6C95C13915E}"/>
          </ac:spMkLst>
        </pc:spChg>
        <pc:spChg chg="mod">
          <ac:chgData name="Clare Botelho" userId="a502075c-4a54-476a-bdd0-21d9d24b8163" providerId="ADAL" clId="{15941BDC-DA39-52CD-97E5-5F95805C3BAF}" dt="2026-10-09T21:38:57.898" v="1112" actId="1035"/>
          <ac:spMkLst>
            <pc:docMk/>
            <pc:sldMk cId="3561067192" sldId="281"/>
            <ac:spMk id="34" creationId="{62B67F21-FA4B-B69E-E87C-A65CB6D86622}"/>
          </ac:spMkLst>
        </pc:spChg>
        <pc:spChg chg="mod">
          <ac:chgData name="Clare Botelho" userId="a502075c-4a54-476a-bdd0-21d9d24b8163" providerId="ADAL" clId="{15941BDC-DA39-52CD-97E5-5F95805C3BAF}" dt="2026-10-09T21:38:59.920" v="1113" actId="1035"/>
          <ac:spMkLst>
            <pc:docMk/>
            <pc:sldMk cId="3561067192" sldId="281"/>
            <ac:spMk id="35" creationId="{0BDEF0BF-533E-B1AA-9328-819E50A638F1}"/>
          </ac:spMkLst>
        </pc:spChg>
        <pc:grpChg chg="mod">
          <ac:chgData name="Clare Botelho" userId="a502075c-4a54-476a-bdd0-21d9d24b8163" providerId="ADAL" clId="{15941BDC-DA39-52CD-97E5-5F95805C3BAF}" dt="2026-10-09T21:02:14.536" v="893" actId="14100"/>
          <ac:grpSpMkLst>
            <pc:docMk/>
            <pc:sldMk cId="3561067192" sldId="281"/>
            <ac:grpSpMk id="7" creationId="{44CB138C-915D-B547-308D-1ECD175803FE}"/>
          </ac:grpSpMkLst>
        </pc:grpChg>
        <pc:picChg chg="mod topLvl">
          <ac:chgData name="Clare Botelho" userId="a502075c-4a54-476a-bdd0-21d9d24b8163" providerId="ADAL" clId="{15941BDC-DA39-52CD-97E5-5F95805C3BAF}" dt="2026-10-09T21:04:31.668" v="925" actId="165"/>
          <ac:picMkLst>
            <pc:docMk/>
            <pc:sldMk cId="3561067192" sldId="281"/>
            <ac:picMk id="3" creationId="{B29553F8-E3C3-C907-4BCC-023AD93CAE09}"/>
          </ac:picMkLst>
        </pc:picChg>
        <pc:picChg chg="del">
          <ac:chgData name="Clare Botelho" userId="a502075c-4a54-476a-bdd0-21d9d24b8163" providerId="ADAL" clId="{15941BDC-DA39-52CD-97E5-5F95805C3BAF}" dt="2026-10-21T11:47:44.711" v="1302" actId="478"/>
          <ac:picMkLst>
            <pc:docMk/>
            <pc:sldMk cId="3561067192" sldId="281"/>
            <ac:picMk id="4" creationId="{59005C2A-3792-51C3-97A9-BE7EE15FFB4D}"/>
          </ac:picMkLst>
        </pc:picChg>
      </pc:sldChg>
      <pc:sldChg chg="addSp delSp modSp mod addAnim delAnim modAnim">
        <pc:chgData name="Clare Botelho" userId="a502075c-4a54-476a-bdd0-21d9d24b8163" providerId="ADAL" clId="{15941BDC-DA39-52CD-97E5-5F95805C3BAF}" dt="2026-10-21T11:48:34.233" v="1321"/>
        <pc:sldMkLst>
          <pc:docMk/>
          <pc:sldMk cId="4131227236" sldId="282"/>
        </pc:sldMkLst>
        <pc:spChg chg="add del mod topLvl">
          <ac:chgData name="Clare Botelho" userId="a502075c-4a54-476a-bdd0-21d9d24b8163" providerId="ADAL" clId="{15941BDC-DA39-52CD-97E5-5F95805C3BAF}" dt="2026-10-09T21:39:16.722" v="1114" actId="14100"/>
          <ac:spMkLst>
            <pc:docMk/>
            <pc:sldMk cId="4131227236" sldId="282"/>
            <ac:spMk id="3" creationId="{139F6E8F-2BB4-3A85-B7E1-0B9D8F64F1F0}"/>
          </ac:spMkLst>
        </pc:spChg>
        <pc:spChg chg="add mod topLvl">
          <ac:chgData name="Clare Botelho" userId="a502075c-4a54-476a-bdd0-21d9d24b8163" providerId="ADAL" clId="{15941BDC-DA39-52CD-97E5-5F95805C3BAF}" dt="2026-10-09T21:04:21.910" v="924" actId="165"/>
          <ac:spMkLst>
            <pc:docMk/>
            <pc:sldMk cId="4131227236" sldId="282"/>
            <ac:spMk id="5" creationId="{B032D7B5-8D7D-C3A3-F669-7DE5E6774BA3}"/>
          </ac:spMkLst>
        </pc:spChg>
        <pc:picChg chg="add mod topLvl">
          <ac:chgData name="Clare Botelho" userId="a502075c-4a54-476a-bdd0-21d9d24b8163" providerId="ADAL" clId="{15941BDC-DA39-52CD-97E5-5F95805C3BAF}" dt="2026-10-09T21:04:21.910" v="924" actId="165"/>
          <ac:picMkLst>
            <pc:docMk/>
            <pc:sldMk cId="4131227236" sldId="282"/>
            <ac:picMk id="4" creationId="{0AF7688F-BE61-6A07-AE54-8431D8554EB1}"/>
          </ac:picMkLst>
        </pc:picChg>
      </pc:sldChg>
      <pc:sldChg chg="addSp delSp modSp mod">
        <pc:chgData name="Clare Botelho" userId="a502075c-4a54-476a-bdd0-21d9d24b8163" providerId="ADAL" clId="{15941BDC-DA39-52CD-97E5-5F95805C3BAF}" dt="2026-10-09T21:46:58.731" v="1256" actId="1036"/>
        <pc:sldMkLst>
          <pc:docMk/>
          <pc:sldMk cId="1134120058" sldId="283"/>
        </pc:sldMkLst>
        <pc:spChg chg="mod">
          <ac:chgData name="Clare Botelho" userId="a502075c-4a54-476a-bdd0-21d9d24b8163" providerId="ADAL" clId="{15941BDC-DA39-52CD-97E5-5F95805C3BAF}" dt="2026-10-09T21:46:58.731" v="1256" actId="1036"/>
          <ac:spMkLst>
            <pc:docMk/>
            <pc:sldMk cId="1134120058" sldId="283"/>
            <ac:spMk id="21" creationId="{A793FD75-CD87-7EAA-249E-CB14EB7A1C17}"/>
          </ac:spMkLst>
        </pc:spChg>
        <pc:picChg chg="add mod modCrop">
          <ac:chgData name="Clare Botelho" userId="a502075c-4a54-476a-bdd0-21d9d24b8163" providerId="ADAL" clId="{15941BDC-DA39-52CD-97E5-5F95805C3BAF}" dt="2026-10-09T21:44:23.541" v="1202" actId="1036"/>
          <ac:picMkLst>
            <pc:docMk/>
            <pc:sldMk cId="1134120058" sldId="283"/>
            <ac:picMk id="3" creationId="{B0003DCF-B85E-FD01-7006-FE58DA5DB74E}"/>
          </ac:picMkLst>
        </pc:picChg>
        <pc:picChg chg="add mod modCrop">
          <ac:chgData name="Clare Botelho" userId="a502075c-4a54-476a-bdd0-21d9d24b8163" providerId="ADAL" clId="{15941BDC-DA39-52CD-97E5-5F95805C3BAF}" dt="2026-10-09T21:44:35.342" v="1203" actId="732"/>
          <ac:picMkLst>
            <pc:docMk/>
            <pc:sldMk cId="1134120058" sldId="283"/>
            <ac:picMk id="4" creationId="{CA2E3347-8C51-4EE2-F422-E5AEC26FADCC}"/>
          </ac:picMkLst>
        </pc:picChg>
        <pc:picChg chg="add mod modCrop">
          <ac:chgData name="Clare Botelho" userId="a502075c-4a54-476a-bdd0-21d9d24b8163" providerId="ADAL" clId="{15941BDC-DA39-52CD-97E5-5F95805C3BAF}" dt="2026-10-09T21:44:46.234" v="1213" actId="1035"/>
          <ac:picMkLst>
            <pc:docMk/>
            <pc:sldMk cId="1134120058" sldId="283"/>
            <ac:picMk id="5" creationId="{72D25C00-0371-CC7D-57B3-6BBFFC64A1C9}"/>
          </ac:picMkLst>
        </pc:picChg>
        <pc:picChg chg="add mod modCrop">
          <ac:chgData name="Clare Botelho" userId="a502075c-4a54-476a-bdd0-21d9d24b8163" providerId="ADAL" clId="{15941BDC-DA39-52CD-97E5-5F95805C3BAF}" dt="2026-10-09T21:44:54.691" v="1229" actId="1036"/>
          <ac:picMkLst>
            <pc:docMk/>
            <pc:sldMk cId="1134120058" sldId="283"/>
            <ac:picMk id="6" creationId="{E67E3673-640F-C728-40AC-E00192AEE909}"/>
          </ac:picMkLst>
        </pc:picChg>
      </pc:sldChg>
      <pc:sldChg chg="addSp delSp modSp mod delAnim modAnim">
        <pc:chgData name="Clare Botelho" userId="a502075c-4a54-476a-bdd0-21d9d24b8163" providerId="ADAL" clId="{15941BDC-DA39-52CD-97E5-5F95805C3BAF}" dt="2026-10-09T21:49:48.281" v="1277" actId="478"/>
        <pc:sldMkLst>
          <pc:docMk/>
          <pc:sldMk cId="3434208391" sldId="284"/>
        </pc:sldMkLst>
        <pc:spChg chg="mod">
          <ac:chgData name="Clare Botelho" userId="a502075c-4a54-476a-bdd0-21d9d24b8163" providerId="ADAL" clId="{15941BDC-DA39-52CD-97E5-5F95805C3BAF}" dt="2026-10-09T21:47:26.762" v="1260" actId="1076"/>
          <ac:spMkLst>
            <pc:docMk/>
            <pc:sldMk cId="3434208391" sldId="284"/>
            <ac:spMk id="13" creationId="{900866FA-3D0D-7600-9E36-62BB60EC53EC}"/>
          </ac:spMkLst>
        </pc:spChg>
        <pc:picChg chg="add mod">
          <ac:chgData name="Clare Botelho" userId="a502075c-4a54-476a-bdd0-21d9d24b8163" providerId="ADAL" clId="{15941BDC-DA39-52CD-97E5-5F95805C3BAF}" dt="2026-10-09T21:47:17.790" v="1258"/>
          <ac:picMkLst>
            <pc:docMk/>
            <pc:sldMk cId="3434208391" sldId="284"/>
            <ac:picMk id="2" creationId="{61CE6739-AB32-007C-A581-78F26511B84A}"/>
          </ac:picMkLst>
        </pc:picChg>
        <pc:picChg chg="add mod">
          <ac:chgData name="Clare Botelho" userId="a502075c-4a54-476a-bdd0-21d9d24b8163" providerId="ADAL" clId="{15941BDC-DA39-52CD-97E5-5F95805C3BAF}" dt="2026-10-09T21:47:17.790" v="1258"/>
          <ac:picMkLst>
            <pc:docMk/>
            <pc:sldMk cId="3434208391" sldId="284"/>
            <ac:picMk id="3" creationId="{F295E055-797A-8346-7CF8-501A3831CA14}"/>
          </ac:picMkLst>
        </pc:picChg>
        <pc:picChg chg="add mod">
          <ac:chgData name="Clare Botelho" userId="a502075c-4a54-476a-bdd0-21d9d24b8163" providerId="ADAL" clId="{15941BDC-DA39-52CD-97E5-5F95805C3BAF}" dt="2026-10-09T21:47:17.790" v="1258"/>
          <ac:picMkLst>
            <pc:docMk/>
            <pc:sldMk cId="3434208391" sldId="284"/>
            <ac:picMk id="4" creationId="{C2FB3707-013F-5578-7E10-DBA4B215D8C2}"/>
          </ac:picMkLst>
        </pc:picChg>
        <pc:picChg chg="add mod">
          <ac:chgData name="Clare Botelho" userId="a502075c-4a54-476a-bdd0-21d9d24b8163" providerId="ADAL" clId="{15941BDC-DA39-52CD-97E5-5F95805C3BAF}" dt="2026-10-09T21:47:17.790" v="1258"/>
          <ac:picMkLst>
            <pc:docMk/>
            <pc:sldMk cId="3434208391" sldId="284"/>
            <ac:picMk id="5" creationId="{9A66291A-74D9-5478-E614-3B3F5CCCD532}"/>
          </ac:picMkLst>
        </pc:picChg>
      </pc:sldChg>
      <pc:sldChg chg="addSp delSp modSp mod delAnim modAnim">
        <pc:chgData name="Clare Botelho" userId="a502075c-4a54-476a-bdd0-21d9d24b8163" providerId="ADAL" clId="{15941BDC-DA39-52CD-97E5-5F95805C3BAF}" dt="2026-10-09T21:49:09.139" v="1276" actId="478"/>
        <pc:sldMkLst>
          <pc:docMk/>
          <pc:sldMk cId="112691998" sldId="286"/>
        </pc:sldMkLst>
        <pc:spChg chg="mod">
          <ac:chgData name="Clare Botelho" userId="a502075c-4a54-476a-bdd0-21d9d24b8163" providerId="ADAL" clId="{15941BDC-DA39-52CD-97E5-5F95805C3BAF}" dt="2026-10-09T21:45:46.606" v="1243" actId="1076"/>
          <ac:spMkLst>
            <pc:docMk/>
            <pc:sldMk cId="112691998" sldId="286"/>
            <ac:spMk id="2" creationId="{7540C1E9-0F9F-3606-25EB-E2FDB12B97ED}"/>
          </ac:spMkLst>
        </pc:spChg>
        <pc:spChg chg="mod">
          <ac:chgData name="Clare Botelho" userId="a502075c-4a54-476a-bdd0-21d9d24b8163" providerId="ADAL" clId="{15941BDC-DA39-52CD-97E5-5F95805C3BAF}" dt="2026-10-09T21:45:49.987" v="1244" actId="1076"/>
          <ac:spMkLst>
            <pc:docMk/>
            <pc:sldMk cId="112691998" sldId="286"/>
            <ac:spMk id="22" creationId="{57DFFB29-9A61-270E-90B6-292060410863}"/>
          </ac:spMkLst>
        </pc:spChg>
        <pc:picChg chg="add mod">
          <ac:chgData name="Clare Botelho" userId="a502075c-4a54-476a-bdd0-21d9d24b8163" providerId="ADAL" clId="{15941BDC-DA39-52CD-97E5-5F95805C3BAF}" dt="2026-10-09T21:45:13.853" v="1233"/>
          <ac:picMkLst>
            <pc:docMk/>
            <pc:sldMk cId="112691998" sldId="286"/>
            <ac:picMk id="5" creationId="{0293310A-4556-2E03-4220-A641383BAE6D}"/>
          </ac:picMkLst>
        </pc:picChg>
        <pc:picChg chg="add mod">
          <ac:chgData name="Clare Botelho" userId="a502075c-4a54-476a-bdd0-21d9d24b8163" providerId="ADAL" clId="{15941BDC-DA39-52CD-97E5-5F95805C3BAF}" dt="2026-10-09T21:45:13.853" v="1233"/>
          <ac:picMkLst>
            <pc:docMk/>
            <pc:sldMk cId="112691998" sldId="286"/>
            <ac:picMk id="6" creationId="{B8824C8A-4EB5-FE7A-41E5-40B9F9A02E90}"/>
          </ac:picMkLst>
        </pc:picChg>
        <pc:picChg chg="add mod">
          <ac:chgData name="Clare Botelho" userId="a502075c-4a54-476a-bdd0-21d9d24b8163" providerId="ADAL" clId="{15941BDC-DA39-52CD-97E5-5F95805C3BAF}" dt="2026-10-09T21:45:13.853" v="1233"/>
          <ac:picMkLst>
            <pc:docMk/>
            <pc:sldMk cId="112691998" sldId="286"/>
            <ac:picMk id="7" creationId="{E6E679DE-0690-90A6-7F6C-FAF7FF46EE75}"/>
          </ac:picMkLst>
        </pc:picChg>
        <pc:picChg chg="add mod">
          <ac:chgData name="Clare Botelho" userId="a502075c-4a54-476a-bdd0-21d9d24b8163" providerId="ADAL" clId="{15941BDC-DA39-52CD-97E5-5F95805C3BAF}" dt="2026-10-09T21:45:13.853" v="1233"/>
          <ac:picMkLst>
            <pc:docMk/>
            <pc:sldMk cId="112691998" sldId="286"/>
            <ac:picMk id="12" creationId="{2041CCC6-9571-1705-CE5F-01BC63A0AD3E}"/>
          </ac:picMkLst>
        </pc:picChg>
      </pc:sldChg>
      <pc:sldChg chg="addSp delSp modSp mod delAnim modAnim">
        <pc:chgData name="Clare Botelho" userId="a502075c-4a54-476a-bdd0-21d9d24b8163" providerId="ADAL" clId="{15941BDC-DA39-52CD-97E5-5F95805C3BAF}" dt="2026-10-21T11:49:34.863" v="1373" actId="113"/>
        <pc:sldMkLst>
          <pc:docMk/>
          <pc:sldMk cId="2537851096" sldId="287"/>
        </pc:sldMkLst>
        <pc:spChg chg="mod">
          <ac:chgData name="Clare Botelho" userId="a502075c-4a54-476a-bdd0-21d9d24b8163" providerId="ADAL" clId="{15941BDC-DA39-52CD-97E5-5F95805C3BAF}" dt="2026-10-09T21:48:01.076" v="1273" actId="1035"/>
          <ac:spMkLst>
            <pc:docMk/>
            <pc:sldMk cId="2537851096" sldId="287"/>
            <ac:spMk id="2" creationId="{53268B25-0516-EA7C-BE65-633B6DCBB45E}"/>
          </ac:spMkLst>
        </pc:spChg>
        <pc:spChg chg="mod">
          <ac:chgData name="Clare Botelho" userId="a502075c-4a54-476a-bdd0-21d9d24b8163" providerId="ADAL" clId="{15941BDC-DA39-52CD-97E5-5F95805C3BAF}" dt="2026-10-09T21:48:03.171" v="1274" actId="1035"/>
          <ac:spMkLst>
            <pc:docMk/>
            <pc:sldMk cId="2537851096" sldId="287"/>
            <ac:spMk id="3" creationId="{773A0F45-790A-AEAD-D063-07F07BB350CC}"/>
          </ac:spMkLst>
        </pc:spChg>
        <pc:spChg chg="mod">
          <ac:chgData name="Clare Botelho" userId="a502075c-4a54-476a-bdd0-21d9d24b8163" providerId="ADAL" clId="{15941BDC-DA39-52CD-97E5-5F95805C3BAF}" dt="2026-10-21T11:49:34.863" v="1373" actId="113"/>
          <ac:spMkLst>
            <pc:docMk/>
            <pc:sldMk cId="2537851096" sldId="287"/>
            <ac:spMk id="10" creationId="{BB929950-74E1-31E9-D430-AF6E878F3E1A}"/>
          </ac:spMkLst>
        </pc:spChg>
        <pc:picChg chg="del">
          <ac:chgData name="Clare Botelho" userId="a502075c-4a54-476a-bdd0-21d9d24b8163" providerId="ADAL" clId="{15941BDC-DA39-52CD-97E5-5F95805C3BAF}" dt="2026-10-21T11:48:57.338" v="1324" actId="478"/>
          <ac:picMkLst>
            <pc:docMk/>
            <pc:sldMk cId="2537851096" sldId="287"/>
            <ac:picMk id="4" creationId="{09AE76E4-5D6E-6561-0D15-BE531B330167}"/>
          </ac:picMkLst>
        </pc:picChg>
        <pc:picChg chg="del">
          <ac:chgData name="Clare Botelho" userId="a502075c-4a54-476a-bdd0-21d9d24b8163" providerId="ADAL" clId="{15941BDC-DA39-52CD-97E5-5F95805C3BAF}" dt="2026-10-21T11:48:56.354" v="1323" actId="478"/>
          <ac:picMkLst>
            <pc:docMk/>
            <pc:sldMk cId="2537851096" sldId="287"/>
            <ac:picMk id="5" creationId="{46EF1D52-F424-C08B-9C0F-B76213401801}"/>
          </ac:picMkLst>
        </pc:picChg>
        <pc:picChg chg="del">
          <ac:chgData name="Clare Botelho" userId="a502075c-4a54-476a-bdd0-21d9d24b8163" providerId="ADAL" clId="{15941BDC-DA39-52CD-97E5-5F95805C3BAF}" dt="2026-10-21T11:48:55.076" v="1322" actId="478"/>
          <ac:picMkLst>
            <pc:docMk/>
            <pc:sldMk cId="2537851096" sldId="287"/>
            <ac:picMk id="6" creationId="{EA9D1013-8D56-1158-E236-0F256C47DFFA}"/>
          </ac:picMkLst>
        </pc:picChg>
        <pc:picChg chg="add mod">
          <ac:chgData name="Clare Botelho" userId="a502075c-4a54-476a-bdd0-21d9d24b8163" providerId="ADAL" clId="{15941BDC-DA39-52CD-97E5-5F95805C3BAF}" dt="2026-10-09T21:47:30.893" v="1262"/>
          <ac:picMkLst>
            <pc:docMk/>
            <pc:sldMk cId="2537851096" sldId="287"/>
            <ac:picMk id="7" creationId="{3032F034-80E3-F3D4-A473-F630ABB61DEE}"/>
          </ac:picMkLst>
        </pc:picChg>
        <pc:picChg chg="add mod">
          <ac:chgData name="Clare Botelho" userId="a502075c-4a54-476a-bdd0-21d9d24b8163" providerId="ADAL" clId="{15941BDC-DA39-52CD-97E5-5F95805C3BAF}" dt="2026-10-09T21:47:30.893" v="1262"/>
          <ac:picMkLst>
            <pc:docMk/>
            <pc:sldMk cId="2537851096" sldId="287"/>
            <ac:picMk id="13" creationId="{14796074-DACA-C63A-C116-EF175AD97463}"/>
          </ac:picMkLst>
        </pc:picChg>
        <pc:picChg chg="add mod">
          <ac:chgData name="Clare Botelho" userId="a502075c-4a54-476a-bdd0-21d9d24b8163" providerId="ADAL" clId="{15941BDC-DA39-52CD-97E5-5F95805C3BAF}" dt="2026-10-09T21:47:30.893" v="1262"/>
          <ac:picMkLst>
            <pc:docMk/>
            <pc:sldMk cId="2537851096" sldId="287"/>
            <ac:picMk id="14" creationId="{4A93E00A-6704-2DDB-A2B2-3A953BD011FA}"/>
          </ac:picMkLst>
        </pc:picChg>
        <pc:picChg chg="add mod">
          <ac:chgData name="Clare Botelho" userId="a502075c-4a54-476a-bdd0-21d9d24b8163" providerId="ADAL" clId="{15941BDC-DA39-52CD-97E5-5F95805C3BAF}" dt="2026-10-09T21:47:30.893" v="1262"/>
          <ac:picMkLst>
            <pc:docMk/>
            <pc:sldMk cId="2537851096" sldId="287"/>
            <ac:picMk id="15" creationId="{91BED32A-093C-0860-D7EB-2A61376215C1}"/>
          </ac:picMkLst>
        </pc:picChg>
      </pc:sldChg>
    </pc:docChg>
  </pc:docChgLst>
  <pc:docChgLst>
    <pc:chgData name="Christina Triantafillis" userId="4aecc5f4-7143-4b46-b8b6-f9cd3163dfab" providerId="ADAL" clId="{98F04E9E-6093-5F2D-A502-3311D62928B5}"/>
    <pc:docChg chg="modSld">
      <pc:chgData name="Christina Triantafillis" userId="4aecc5f4-7143-4b46-b8b6-f9cd3163dfab" providerId="ADAL" clId="{98F04E9E-6093-5F2D-A502-3311D62928B5}" dt="2026-10-13T19:51:33.225" v="4" actId="12"/>
      <pc:docMkLst>
        <pc:docMk/>
      </pc:docMkLst>
      <pc:sldChg chg="modSp mod">
        <pc:chgData name="Christina Triantafillis" userId="4aecc5f4-7143-4b46-b8b6-f9cd3163dfab" providerId="ADAL" clId="{98F04E9E-6093-5F2D-A502-3311D62928B5}" dt="2026-10-13T19:50:56.981" v="0" actId="14100"/>
        <pc:sldMkLst>
          <pc:docMk/>
          <pc:sldMk cId="1018166703" sldId="271"/>
        </pc:sldMkLst>
        <pc:spChg chg="mod">
          <ac:chgData name="Christina Triantafillis" userId="4aecc5f4-7143-4b46-b8b6-f9cd3163dfab" providerId="ADAL" clId="{98F04E9E-6093-5F2D-A502-3311D62928B5}" dt="2026-10-13T19:50:56.981" v="0" actId="14100"/>
          <ac:spMkLst>
            <pc:docMk/>
            <pc:sldMk cId="1018166703" sldId="271"/>
            <ac:spMk id="5" creationId="{0A7EA07E-4E32-6315-4E23-6E540A3415B5}"/>
          </ac:spMkLst>
        </pc:spChg>
      </pc:sldChg>
      <pc:sldChg chg="modSp mod">
        <pc:chgData name="Christina Triantafillis" userId="4aecc5f4-7143-4b46-b8b6-f9cd3163dfab" providerId="ADAL" clId="{98F04E9E-6093-5F2D-A502-3311D62928B5}" dt="2026-10-13T19:51:33.225" v="4" actId="12"/>
        <pc:sldMkLst>
          <pc:docMk/>
          <pc:sldMk cId="2123023216" sldId="275"/>
        </pc:sldMkLst>
        <pc:spChg chg="mod">
          <ac:chgData name="Christina Triantafillis" userId="4aecc5f4-7143-4b46-b8b6-f9cd3163dfab" providerId="ADAL" clId="{98F04E9E-6093-5F2D-A502-3311D62928B5}" dt="2026-10-13T19:51:33.225" v="4" actId="12"/>
          <ac:spMkLst>
            <pc:docMk/>
            <pc:sldMk cId="2123023216" sldId="275"/>
            <ac:spMk id="3" creationId="{56AE0D05-A8F7-03FF-FD4F-86C1B5D204CB}"/>
          </ac:spMkLst>
        </pc:spChg>
      </pc:sldChg>
      <pc:sldChg chg="modSp mod">
        <pc:chgData name="Christina Triantafillis" userId="4aecc5f4-7143-4b46-b8b6-f9cd3163dfab" providerId="ADAL" clId="{98F04E9E-6093-5F2D-A502-3311D62928B5}" dt="2026-10-13T19:51:09.248" v="2" actId="14100"/>
        <pc:sldMkLst>
          <pc:docMk/>
          <pc:sldMk cId="3432069628" sldId="277"/>
        </pc:sldMkLst>
        <pc:spChg chg="mod">
          <ac:chgData name="Christina Triantafillis" userId="4aecc5f4-7143-4b46-b8b6-f9cd3163dfab" providerId="ADAL" clId="{98F04E9E-6093-5F2D-A502-3311D62928B5}" dt="2026-10-13T19:51:05.931" v="1" actId="14100"/>
          <ac:spMkLst>
            <pc:docMk/>
            <pc:sldMk cId="3432069628" sldId="277"/>
            <ac:spMk id="7" creationId="{F59120CA-9F0B-2EB9-6727-BEF12474566E}"/>
          </ac:spMkLst>
        </pc:spChg>
        <pc:spChg chg="mod">
          <ac:chgData name="Christina Triantafillis" userId="4aecc5f4-7143-4b46-b8b6-f9cd3163dfab" providerId="ADAL" clId="{98F04E9E-6093-5F2D-A502-3311D62928B5}" dt="2026-10-13T19:51:09.248" v="2" actId="14100"/>
          <ac:spMkLst>
            <pc:docMk/>
            <pc:sldMk cId="3432069628" sldId="277"/>
            <ac:spMk id="12" creationId="{8FE76942-0D7F-7BFB-F1F4-68DF19E33FC4}"/>
          </ac:spMkLst>
        </pc:spChg>
      </pc:sldChg>
      <pc:sldChg chg="modSp mod">
        <pc:chgData name="Christina Triantafillis" userId="4aecc5f4-7143-4b46-b8b6-f9cd3163dfab" providerId="ADAL" clId="{98F04E9E-6093-5F2D-A502-3311D62928B5}" dt="2026-10-13T19:51:19.256" v="3" actId="14100"/>
        <pc:sldMkLst>
          <pc:docMk/>
          <pc:sldMk cId="4088167235" sldId="278"/>
        </pc:sldMkLst>
        <pc:spChg chg="mod">
          <ac:chgData name="Christina Triantafillis" userId="4aecc5f4-7143-4b46-b8b6-f9cd3163dfab" providerId="ADAL" clId="{98F04E9E-6093-5F2D-A502-3311D62928B5}" dt="2026-10-13T19:51:19.256" v="3" actId="14100"/>
          <ac:spMkLst>
            <pc:docMk/>
            <pc:sldMk cId="4088167235" sldId="278"/>
            <ac:spMk id="24" creationId="{91A5FDA8-3AB0-EC52-2BB1-BBCE8CD51A4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2CE288-FDED-F945-BBD7-646339A8FF92}"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09A365-A8D9-E040-9056-E7452C529351}" type="slidenum">
              <a:rPr lang="en-US" smtClean="0"/>
              <a:t>‹#›</a:t>
            </a:fld>
            <a:endParaRPr lang="en-US"/>
          </a:p>
        </p:txBody>
      </p:sp>
    </p:spTree>
    <p:extLst>
      <p:ext uri="{BB962C8B-B14F-4D97-AF65-F5344CB8AC3E}">
        <p14:creationId xmlns:p14="http://schemas.microsoft.com/office/powerpoint/2010/main" val="4092269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Set Purpose</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Today, we will learn about the structure of a basic essay, using a tool called the Painted Essay. This tool will show you how to organize your writing and help you better understand the characteristics of effective informative/explanatory and opinion pieces. We will use this tool throughout the year.</a:t>
            </a:r>
          </a:p>
          <a:p>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Display and read aloud the Student Learning Outcome. </a:t>
            </a:r>
          </a:p>
          <a:p>
            <a:endParaRPr lang="en-US"/>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2</a:t>
            </a:fld>
            <a:endParaRPr lang="en-US"/>
          </a:p>
        </p:txBody>
      </p:sp>
    </p:spTree>
    <p:extLst>
      <p:ext uri="{BB962C8B-B14F-4D97-AF65-F5344CB8AC3E}">
        <p14:creationId xmlns:p14="http://schemas.microsoft.com/office/powerpoint/2010/main" val="242282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Introduce the Painted Essay (20 min.)</a:t>
            </a:r>
          </a:p>
          <a:p>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an essay is a piece of writing that gives information or expresses the writer’s opinion on a particular topic. Today, students will </a:t>
            </a:r>
            <a:br>
              <a:rPr lang="en-US" sz="1200" kern="1200">
                <a:solidFill>
                  <a:schemeClr val="tx1"/>
                </a:solidFill>
                <a:effectLst/>
                <a:latin typeface="+mn-lt"/>
                <a:ea typeface="MS PGothic" pitchFamily="34" charset="-128"/>
                <a:cs typeface="ＭＳ Ｐゴシック" charset="0"/>
              </a:rPr>
            </a:br>
            <a:r>
              <a:rPr lang="en-US" sz="1200" kern="1200">
                <a:solidFill>
                  <a:schemeClr val="tx1"/>
                </a:solidFill>
                <a:effectLst/>
                <a:latin typeface="+mn-lt"/>
                <a:ea typeface="MS PGothic" pitchFamily="34" charset="-128"/>
                <a:cs typeface="ＭＳ Ｐゴシック" charset="0"/>
              </a:rPr>
              <a:t>use color to help them remember the parts of an essay and understand how these parts work together to clearly explain the writer's thinking.</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Have students access the Painted Essay Template Reproducible and their painting or coloring supplies.</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Display the Painted Essay slide.</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Tell students that each of the white rectangles represents a paragraph in the essay.</a:t>
            </a:r>
          </a:p>
          <a:p>
            <a:r>
              <a:rPr lang="en-US" sz="1200" i="1" kern="1200">
                <a:solidFill>
                  <a:schemeClr val="tx1"/>
                </a:solidFill>
                <a:effectLst/>
                <a:latin typeface="+mn-lt"/>
                <a:ea typeface="MS PGothic" pitchFamily="34" charset="-128"/>
                <a:cs typeface="ＭＳ Ｐゴシック" charset="0"/>
              </a:rPr>
              <a:t>How many paragraphs are there in this essay?</a:t>
            </a:r>
            <a:r>
              <a:rPr lang="en-US" sz="1200" kern="1200">
                <a:solidFill>
                  <a:schemeClr val="tx1"/>
                </a:solidFill>
                <a:effectLst/>
                <a:latin typeface="+mn-lt"/>
                <a:ea typeface="MS PGothic" pitchFamily="34" charset="-128"/>
                <a:cs typeface="ＭＳ Ｐゴシック" charset="0"/>
              </a:rPr>
              <a:t> (four)</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each of the four paragraphs has a name and special job or function.</a:t>
            </a:r>
          </a:p>
          <a:p>
            <a:r>
              <a:rPr lang="en-US" sz="1200" i="1" kern="1200">
                <a:solidFill>
                  <a:schemeClr val="tx1"/>
                </a:solidFill>
                <a:effectLst/>
                <a:latin typeface="+mn-lt"/>
                <a:ea typeface="MS PGothic" pitchFamily="34" charset="-128"/>
                <a:cs typeface="ＭＳ Ｐゴシック" charset="0"/>
              </a:rPr>
              <a:t>We use color to help us remember the name of each paragraph and its purpose in the essay.</a:t>
            </a:r>
            <a:endParaRPr lang="en-US" sz="1200" kern="1200">
              <a:solidFill>
                <a:schemeClr val="tx1"/>
              </a:solidFill>
              <a:effectLst/>
              <a:latin typeface="+mn-lt"/>
              <a:ea typeface="MS PGothic" pitchFamily="34" charset="-128"/>
              <a:cs typeface="ＭＳ Ｐゴシック" charset="0"/>
            </a:endParaRPr>
          </a:p>
          <a:p>
            <a:endParaRPr lang="en-US" sz="1200" b="1"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3</a:t>
            </a:fld>
            <a:endParaRPr lang="en-US"/>
          </a:p>
        </p:txBody>
      </p:sp>
    </p:spTree>
    <p:extLst>
      <p:ext uri="{BB962C8B-B14F-4D97-AF65-F5344CB8AC3E}">
        <p14:creationId xmlns:p14="http://schemas.microsoft.com/office/powerpoint/2010/main" val="3484751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S PGothic" pitchFamily="34" charset="-128"/>
                <a:cs typeface="ＭＳ Ｐゴシック" charset="0"/>
              </a:rPr>
              <a:t>Paint or Color the Introduction Context</a:t>
            </a:r>
            <a:endParaRPr lang="en-US" sz="1200" kern="1200" dirty="0">
              <a:solidFill>
                <a:schemeClr val="tx1"/>
              </a:solidFill>
              <a:effectLst/>
              <a:latin typeface="+mn-lt"/>
              <a:ea typeface="MS PGothic" pitchFamily="34" charset="-128"/>
              <a:cs typeface="ＭＳ Ｐゴシック" charset="0"/>
            </a:endParaRPr>
          </a:p>
          <a:p>
            <a:r>
              <a:rPr lang="en-US" sz="1200" i="1" kern="1200" dirty="0">
                <a:solidFill>
                  <a:schemeClr val="tx1"/>
                </a:solidFill>
                <a:effectLst/>
                <a:latin typeface="+mn-lt"/>
                <a:ea typeface="MS PGothic" pitchFamily="34" charset="-128"/>
                <a:cs typeface="ＭＳ Ｐゴシック" charset="0"/>
              </a:rPr>
              <a:t>Put your finger on the first paragraph on the page. This is the introduction.</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Explain that one of the jobs of the introduction is to give background information, or context, so that the reader can understand the essay.</a:t>
            </a:r>
          </a:p>
        </p:txBody>
      </p:sp>
      <p:sp>
        <p:nvSpPr>
          <p:cNvPr id="4" name="Slide Number Placeholder 3"/>
          <p:cNvSpPr>
            <a:spLocks noGrp="1"/>
          </p:cNvSpPr>
          <p:nvPr>
            <p:ph type="sldNum" sz="quarter" idx="5"/>
          </p:nvPr>
        </p:nvSpPr>
        <p:spPr/>
        <p:txBody>
          <a:bodyPr/>
          <a:lstStyle/>
          <a:p>
            <a:fld id="{8E09A365-A8D9-E040-9056-E7452C529351}" type="slidenum">
              <a:rPr lang="en-US" smtClean="0"/>
              <a:t>4</a:t>
            </a:fld>
            <a:endParaRPr lang="en-US"/>
          </a:p>
        </p:txBody>
      </p:sp>
    </p:spTree>
    <p:extLst>
      <p:ext uri="{BB962C8B-B14F-4D97-AF65-F5344CB8AC3E}">
        <p14:creationId xmlns:p14="http://schemas.microsoft.com/office/powerpoint/2010/main" val="2472370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S PGothic" pitchFamily="34" charset="-128"/>
                <a:cs typeface="ＭＳ Ｐゴシック" charset="0"/>
              </a:rPr>
              <a:t>Paint or Color the Introduction Context</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Tell students that the introduction should also catch the reader’s attention, so they want to keep reading. </a:t>
            </a:r>
          </a:p>
          <a:p>
            <a:r>
              <a:rPr lang="en-US" sz="1200" i="1" kern="1200" dirty="0">
                <a:solidFill>
                  <a:schemeClr val="tx1"/>
                </a:solidFill>
                <a:effectLst/>
                <a:latin typeface="+mn-lt"/>
                <a:ea typeface="MS PGothic" pitchFamily="34" charset="-128"/>
                <a:cs typeface="ＭＳ Ｐゴシック" charset="0"/>
              </a:rPr>
              <a:t>Red is a color that grabs our attention, so we will lightly shade the context part of the introduction red.</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Model painting or coloring the top part of the template of the introduction, stopping at the line over the word focus. Remind students to be careful not to paint or color the focus statement yet.</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Direct the students to paint or color this paragraph red.</a:t>
            </a:r>
          </a:p>
          <a:p>
            <a:r>
              <a:rPr lang="en-US" sz="1200" i="1" kern="1200" dirty="0">
                <a:solidFill>
                  <a:schemeClr val="tx1"/>
                </a:solidFill>
                <a:effectLst/>
                <a:latin typeface="+mn-lt"/>
                <a:ea typeface="MS PGothic" pitchFamily="34" charset="-128"/>
                <a:cs typeface="ＭＳ Ｐゴシック" charset="0"/>
              </a:rPr>
              <a:t>Put your brush (or colored pencil) down when you are done.</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Give students a few minutes to color the introduction.</a:t>
            </a:r>
          </a:p>
          <a:p>
            <a:r>
              <a:rPr lang="en-US" sz="1200" i="1" kern="1200" dirty="0">
                <a:solidFill>
                  <a:schemeClr val="tx1"/>
                </a:solidFill>
                <a:effectLst/>
                <a:latin typeface="+mn-lt"/>
                <a:ea typeface="MS PGothic" pitchFamily="34" charset="-128"/>
                <a:cs typeface="ＭＳ Ｐゴシック" charset="0"/>
              </a:rPr>
              <a:t>Please put your brushes (or pencils) down. If you have not finished coloring or painting, you will get time at the end of the lesson to finish.</a:t>
            </a:r>
            <a:endParaRPr lang="en-US" sz="1200" kern="1200" dirty="0">
              <a:solidFill>
                <a:schemeClr val="tx1"/>
              </a:solidFill>
              <a:effectLst/>
              <a:latin typeface="+mn-lt"/>
              <a:ea typeface="MS PGothic" pitchFamily="34" charset="-128"/>
              <a:cs typeface="ＭＳ Ｐゴシック" charset="0"/>
            </a:endParaRPr>
          </a:p>
          <a:p>
            <a:endParaRPr lang="en-US" sz="1200" kern="1200" dirty="0">
              <a:solidFill>
                <a:schemeClr val="tx1"/>
              </a:solidFill>
              <a:effectLst/>
              <a:latin typeface="+mn-lt"/>
              <a:ea typeface="MS PGothic" pitchFamily="34" charset="-128"/>
              <a:cs typeface="ＭＳ Ｐゴシック" charset="0"/>
            </a:endParaRPr>
          </a:p>
          <a:p>
            <a:endParaRPr lang="en-US" dirty="0"/>
          </a:p>
        </p:txBody>
      </p:sp>
      <p:sp>
        <p:nvSpPr>
          <p:cNvPr id="4" name="Slide Number Placeholder 3"/>
          <p:cNvSpPr>
            <a:spLocks noGrp="1"/>
          </p:cNvSpPr>
          <p:nvPr>
            <p:ph type="sldNum" sz="quarter" idx="5"/>
          </p:nvPr>
        </p:nvSpPr>
        <p:spPr/>
        <p:txBody>
          <a:bodyPr/>
          <a:lstStyle/>
          <a:p>
            <a:fld id="{8E09A365-A8D9-E040-9056-E7452C529351}" type="slidenum">
              <a:rPr lang="en-US" smtClean="0"/>
              <a:t>5</a:t>
            </a:fld>
            <a:endParaRPr lang="en-US"/>
          </a:p>
        </p:txBody>
      </p:sp>
    </p:spTree>
    <p:extLst>
      <p:ext uri="{BB962C8B-B14F-4D97-AF65-F5344CB8AC3E}">
        <p14:creationId xmlns:p14="http://schemas.microsoft.com/office/powerpoint/2010/main" val="529014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effectLst/>
                <a:latin typeface="+mn-lt"/>
                <a:ea typeface="MS PGothic" pitchFamily="34" charset="-128"/>
                <a:cs typeface="ＭＳ Ｐゴシック" charset="0"/>
              </a:rPr>
              <a:t>Introduce the Painted Essay</a:t>
            </a:r>
          </a:p>
          <a:p>
            <a:r>
              <a:rPr lang="en-US" sz="1200" b="1" kern="1200" dirty="0">
                <a:solidFill>
                  <a:schemeClr val="tx1"/>
                </a:solidFill>
                <a:effectLst/>
                <a:latin typeface="+mn-lt"/>
                <a:ea typeface="MS PGothic" pitchFamily="34" charset="-128"/>
                <a:cs typeface="ＭＳ Ｐゴシック" charset="0"/>
              </a:rPr>
              <a:t>Focus Statement</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Direct students to the focus statement at the end of the introduction.</a:t>
            </a:r>
          </a:p>
          <a:p>
            <a:r>
              <a:rPr lang="en-US" sz="1200" i="1" kern="1200" dirty="0">
                <a:solidFill>
                  <a:schemeClr val="tx1"/>
                </a:solidFill>
                <a:effectLst/>
                <a:latin typeface="+mn-lt"/>
                <a:ea typeface="MS PGothic" pitchFamily="34" charset="-128"/>
                <a:cs typeface="ＭＳ Ｐゴシック" charset="0"/>
              </a:rPr>
              <a:t>The focus statement is the most important part of your essay. It drives your piece like the steering wheel of a car. The focus statement tells the reader what your piece will be about.</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Explain that a focus statement has three parts that work together. The first part is the focus, which tells the central idea of the piece.</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Instruct students to lightly paint or color the focus part of the template with green. Students should still be able to read the word focus underneath the color.</a:t>
            </a:r>
          </a:p>
          <a:p>
            <a:r>
              <a:rPr lang="en-US" sz="1200" i="1" kern="1200" dirty="0">
                <a:solidFill>
                  <a:schemeClr val="tx1"/>
                </a:solidFill>
                <a:effectLst/>
                <a:latin typeface="+mn-lt"/>
                <a:ea typeface="MS PGothic" pitchFamily="34" charset="-128"/>
                <a:cs typeface="ＭＳ Ｐゴシック" charset="0"/>
              </a:rPr>
              <a:t>Put your brush (or colored pencil) down when you are done.</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endParaRPr lang="en-US" sz="1200" kern="1200" dirty="0">
              <a:solidFill>
                <a:schemeClr val="tx1"/>
              </a:solidFill>
              <a:effectLst/>
              <a:latin typeface="+mn-lt"/>
              <a:ea typeface="MS PGothic" pitchFamily="34" charset="-128"/>
              <a:cs typeface="ＭＳ Ｐゴシック" charset="0"/>
            </a:endParaRPr>
          </a:p>
          <a:p>
            <a:endParaRPr lang="en-US" sz="1200" kern="1200" dirty="0">
              <a:solidFill>
                <a:schemeClr val="tx1"/>
              </a:solidFill>
              <a:effectLst/>
              <a:latin typeface="+mn-lt"/>
              <a:ea typeface="MS PGothic" pitchFamily="34" charset="-128"/>
              <a:cs typeface="ＭＳ Ｐゴシック" charset="0"/>
            </a:endParaRPr>
          </a:p>
          <a:p>
            <a:endParaRPr lang="en-US" dirty="0"/>
          </a:p>
        </p:txBody>
      </p:sp>
      <p:sp>
        <p:nvSpPr>
          <p:cNvPr id="4" name="Slide Number Placeholder 3"/>
          <p:cNvSpPr>
            <a:spLocks noGrp="1"/>
          </p:cNvSpPr>
          <p:nvPr>
            <p:ph type="sldNum" sz="quarter" idx="5"/>
          </p:nvPr>
        </p:nvSpPr>
        <p:spPr/>
        <p:txBody>
          <a:bodyPr/>
          <a:lstStyle/>
          <a:p>
            <a:fld id="{8E09A365-A8D9-E040-9056-E7452C529351}" type="slidenum">
              <a:rPr lang="en-US" smtClean="0"/>
              <a:t>6</a:t>
            </a:fld>
            <a:endParaRPr lang="en-US"/>
          </a:p>
        </p:txBody>
      </p:sp>
    </p:spTree>
    <p:extLst>
      <p:ext uri="{BB962C8B-B14F-4D97-AF65-F5344CB8AC3E}">
        <p14:creationId xmlns:p14="http://schemas.microsoft.com/office/powerpoint/2010/main" val="3547591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dirty="0">
                <a:solidFill>
                  <a:schemeClr val="tx1"/>
                </a:solidFill>
                <a:effectLst/>
                <a:latin typeface="+mn-lt"/>
                <a:ea typeface="MS PGothic" pitchFamily="34" charset="-128"/>
                <a:cs typeface="ＭＳ Ｐゴシック" charset="0"/>
              </a:rPr>
              <a:t>Introduce the Painted Essay</a:t>
            </a:r>
          </a:p>
          <a:p>
            <a:r>
              <a:rPr lang="en-US" sz="1200" b="1" kern="1200" dirty="0">
                <a:solidFill>
                  <a:schemeClr val="tx1"/>
                </a:solidFill>
                <a:effectLst/>
                <a:latin typeface="+mn-lt"/>
                <a:ea typeface="MS PGothic" pitchFamily="34" charset="-128"/>
                <a:cs typeface="ＭＳ Ｐゴシック" charset="0"/>
              </a:rPr>
              <a:t>Focus Statement</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Explain that in addition to the focus that tells the central idea, the focus statement has two points that are used to support it: point 1 and point 2.</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Model painting or coloring “point 1” yellow and “point 2” blue. Instruct students to paint or color "point 1" yellow and "point 2" blue.</a:t>
            </a:r>
          </a:p>
          <a:p>
            <a:r>
              <a:rPr lang="en-US" sz="1200" i="1" kern="1200" dirty="0">
                <a:solidFill>
                  <a:schemeClr val="tx1"/>
                </a:solidFill>
                <a:effectLst/>
                <a:latin typeface="+mn-lt"/>
                <a:ea typeface="MS PGothic" pitchFamily="34" charset="-128"/>
                <a:cs typeface="ＭＳ Ｐゴシック" charset="0"/>
              </a:rPr>
              <a:t>What color do yellow and blue make? </a:t>
            </a:r>
            <a:r>
              <a:rPr lang="en-US" sz="1200" kern="1200" dirty="0">
                <a:solidFill>
                  <a:schemeClr val="tx1"/>
                </a:solidFill>
                <a:effectLst/>
                <a:latin typeface="+mn-lt"/>
                <a:ea typeface="MS PGothic" pitchFamily="34" charset="-128"/>
                <a:cs typeface="ＭＳ Ｐゴシック" charset="0"/>
              </a:rPr>
              <a:t>(Sample response: green)</a:t>
            </a: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Explain that point 1 and point 2 work together to help the reader understand the central idea of the piece.</a:t>
            </a:r>
          </a:p>
          <a:p>
            <a:r>
              <a:rPr lang="en-US" sz="1200" i="1" kern="1200" dirty="0">
                <a:solidFill>
                  <a:schemeClr val="tx1"/>
                </a:solidFill>
                <a:effectLst/>
                <a:latin typeface="+mn-lt"/>
                <a:ea typeface="MS PGothic" pitchFamily="34" charset="-128"/>
                <a:cs typeface="ＭＳ Ｐゴシック" charset="0"/>
              </a:rPr>
              <a:t>The focus statement is composed of three parts: the focus, point 1, and point 2. Paint (or draw) a line boxing these three parts together.</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Model painting or coloring a line around the three elements of the focus statement: the focus, point 1, and point 2. Instruct students to do the same.</a:t>
            </a:r>
          </a:p>
          <a:p>
            <a:r>
              <a:rPr lang="en-US" sz="1200" i="1" kern="1200" dirty="0">
                <a:solidFill>
                  <a:schemeClr val="tx1"/>
                </a:solidFill>
                <a:effectLst/>
                <a:latin typeface="+mn-lt"/>
                <a:ea typeface="MS PGothic" pitchFamily="34" charset="-128"/>
                <a:cs typeface="ＭＳ Ｐゴシック" charset="0"/>
              </a:rPr>
              <a:t>Put your brush (or colored pencil) down when you are done</a:t>
            </a:r>
            <a:endParaRPr lang="en-US" sz="1200" kern="1200" dirty="0">
              <a:solidFill>
                <a:schemeClr val="tx1"/>
              </a:solidFill>
              <a:effectLst/>
              <a:latin typeface="+mn-lt"/>
              <a:ea typeface="MS PGothic" pitchFamily="34" charset="-128"/>
              <a:cs typeface="ＭＳ Ｐゴシック" charset="0"/>
            </a:endParaRPr>
          </a:p>
          <a:p>
            <a:endParaRPr lang="en-US" sz="1200" kern="1200" dirty="0">
              <a:solidFill>
                <a:schemeClr val="tx1"/>
              </a:solidFill>
              <a:effectLst/>
              <a:latin typeface="+mn-lt"/>
              <a:ea typeface="MS PGothic" pitchFamily="34" charset="-128"/>
              <a:cs typeface="ＭＳ Ｐゴシック" charset="0"/>
            </a:endParaRPr>
          </a:p>
          <a:p>
            <a:endParaRPr lang="en-US" dirty="0"/>
          </a:p>
        </p:txBody>
      </p:sp>
      <p:sp>
        <p:nvSpPr>
          <p:cNvPr id="4" name="Slide Number Placeholder 3"/>
          <p:cNvSpPr>
            <a:spLocks noGrp="1"/>
          </p:cNvSpPr>
          <p:nvPr>
            <p:ph type="sldNum" sz="quarter" idx="5"/>
          </p:nvPr>
        </p:nvSpPr>
        <p:spPr/>
        <p:txBody>
          <a:bodyPr/>
          <a:lstStyle/>
          <a:p>
            <a:fld id="{8E09A365-A8D9-E040-9056-E7452C529351}" type="slidenum">
              <a:rPr lang="en-US" smtClean="0"/>
              <a:t>7</a:t>
            </a:fld>
            <a:endParaRPr lang="en-US"/>
          </a:p>
        </p:txBody>
      </p:sp>
    </p:spTree>
    <p:extLst>
      <p:ext uri="{BB962C8B-B14F-4D97-AF65-F5344CB8AC3E}">
        <p14:creationId xmlns:p14="http://schemas.microsoft.com/office/powerpoint/2010/main" val="1171919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a:solidFill>
                  <a:schemeClr val="tx1"/>
                </a:solidFill>
                <a:effectLst/>
                <a:latin typeface="+mn-lt"/>
                <a:ea typeface="MS PGothic" pitchFamily="34" charset="-128"/>
                <a:cs typeface="ＭＳ Ｐゴシック" charset="0"/>
              </a:rPr>
              <a:t>Introduce the Painted Essay</a:t>
            </a:r>
          </a:p>
          <a:p>
            <a:r>
              <a:rPr lang="en-US" sz="1200" b="1" kern="1200">
                <a:solidFill>
                  <a:schemeClr val="tx1"/>
                </a:solidFill>
                <a:effectLst/>
                <a:latin typeface="+mn-lt"/>
                <a:ea typeface="MS PGothic" pitchFamily="34" charset="-128"/>
                <a:cs typeface="ＭＳ Ｐゴシック" charset="0"/>
              </a:rPr>
              <a:t>Paint or Color Proof Paragraph 1</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Put your finger on the second paragraph in your essay. This next paragraph is called proof paragraph 1.</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the job of proof paragraph 1 is to give evidence and reasons to support the first point of the focus statement.</a:t>
            </a:r>
          </a:p>
          <a:p>
            <a:r>
              <a:rPr lang="en-US" sz="1200" i="1" kern="1200">
                <a:solidFill>
                  <a:schemeClr val="tx1"/>
                </a:solidFill>
                <a:effectLst/>
                <a:latin typeface="+mn-lt"/>
                <a:ea typeface="MS PGothic" pitchFamily="34" charset="-128"/>
                <a:cs typeface="ＭＳ Ｐゴシック" charset="0"/>
              </a:rPr>
              <a:t>What color do you think we should paint proof paragraph 1 and why?</a:t>
            </a:r>
            <a:r>
              <a:rPr lang="en-US" sz="1200" kern="1200">
                <a:solidFill>
                  <a:schemeClr val="tx1"/>
                </a:solidFill>
                <a:effectLst/>
                <a:latin typeface="+mn-lt"/>
                <a:ea typeface="MS PGothic" pitchFamily="34" charset="-128"/>
                <a:cs typeface="ＭＳ Ｐゴシック" charset="0"/>
              </a:rPr>
              <a:t> (yellow, because it goes with point 1 of the focus statement)</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Model painting or coloring the rectangle for “proof paragraph 1” yellow.</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Instruct students to lightly paint or color “proof paragraph 1” yellow.</a:t>
            </a:r>
          </a:p>
          <a:p>
            <a:r>
              <a:rPr lang="en-US" sz="1200" i="1" kern="1200">
                <a:solidFill>
                  <a:schemeClr val="tx1"/>
                </a:solidFill>
                <a:effectLst/>
                <a:latin typeface="+mn-lt"/>
                <a:ea typeface="MS PGothic" pitchFamily="34" charset="-128"/>
                <a:cs typeface="ＭＳ Ｐゴシック" charset="0"/>
              </a:rPr>
              <a:t>Put your brush (or colored pencil) down when you are done.</a:t>
            </a:r>
            <a:endParaRPr lang="en-US" sz="1200" kern="1200">
              <a:solidFill>
                <a:schemeClr val="tx1"/>
              </a:solidFill>
              <a:effectLst/>
              <a:latin typeface="+mn-lt"/>
              <a:ea typeface="MS PGothic" pitchFamily="34" charset="-128"/>
              <a:cs typeface="ＭＳ Ｐゴシック" charset="0"/>
            </a:endParaRPr>
          </a:p>
          <a:p>
            <a:endParaRPr lang="en-US" sz="1200"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8</a:t>
            </a:fld>
            <a:endParaRPr lang="en-US"/>
          </a:p>
        </p:txBody>
      </p:sp>
    </p:spTree>
    <p:extLst>
      <p:ext uri="{BB962C8B-B14F-4D97-AF65-F5344CB8AC3E}">
        <p14:creationId xmlns:p14="http://schemas.microsoft.com/office/powerpoint/2010/main" val="3074835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a:solidFill>
                  <a:schemeClr val="tx1"/>
                </a:solidFill>
                <a:effectLst/>
                <a:latin typeface="+mn-lt"/>
                <a:ea typeface="MS PGothic" pitchFamily="34" charset="-128"/>
                <a:cs typeface="ＭＳ Ｐゴシック" charset="0"/>
              </a:rPr>
              <a:t>Introduce the Painted Essay </a:t>
            </a:r>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a:solidFill>
                  <a:schemeClr val="tx1"/>
                </a:solidFill>
                <a:effectLst/>
                <a:latin typeface="+mn-lt"/>
                <a:ea typeface="MS PGothic" pitchFamily="34" charset="-128"/>
                <a:cs typeface="ＭＳ Ｐゴシック" charset="0"/>
              </a:rPr>
              <a:t>Paint or Color Proof Paragraph 2</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Put your finger on the third paragraph in your essay. This is proof paragraph 2.</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at the beginning of proof paragraph 2, there is a special sentence called a transition. Tell students that they will come back to the transition. First, they will learn about proof paragraph 2.</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the job of proof paragraph 2 is to give evidence and reasons to support the second point of the focus statement.</a:t>
            </a:r>
          </a:p>
          <a:p>
            <a:r>
              <a:rPr lang="en-US" sz="1200" i="1" kern="1200">
                <a:solidFill>
                  <a:schemeClr val="tx1"/>
                </a:solidFill>
                <a:effectLst/>
                <a:latin typeface="+mn-lt"/>
                <a:ea typeface="MS PGothic" pitchFamily="34" charset="-128"/>
                <a:cs typeface="ＭＳ Ｐゴシック" charset="0"/>
              </a:rPr>
              <a:t>What color should we paint proof paragraph 2 and why?</a:t>
            </a:r>
            <a:r>
              <a:rPr lang="en-US" sz="1200" kern="1200">
                <a:solidFill>
                  <a:schemeClr val="tx1"/>
                </a:solidFill>
                <a:effectLst/>
                <a:latin typeface="+mn-lt"/>
                <a:ea typeface="MS PGothic" pitchFamily="34" charset="-128"/>
                <a:cs typeface="ＭＳ Ｐゴシック" charset="0"/>
              </a:rPr>
              <a:t> (blue, because it goes with point 2 of the focus statement)</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Model painting or coloring the rectangle for proof paragraph 2 blue.</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Instruct students to skip the transition and lightly paint or color the proof paragraph 2 part of the template with blue just like point 2 of their focus.</a:t>
            </a:r>
          </a:p>
          <a:p>
            <a:r>
              <a:rPr lang="en-US" sz="1200" i="1" kern="1200">
                <a:solidFill>
                  <a:schemeClr val="tx1"/>
                </a:solidFill>
                <a:effectLst/>
                <a:latin typeface="+mn-lt"/>
                <a:ea typeface="MS PGothic" pitchFamily="34" charset="-128"/>
                <a:cs typeface="ＭＳ Ｐゴシック" charset="0"/>
              </a:rPr>
              <a:t>Put your brush (or colored pencil) down when you are done.</a:t>
            </a:r>
            <a:endParaRPr lang="en-US" sz="1200"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9</a:t>
            </a:fld>
            <a:endParaRPr lang="en-US"/>
          </a:p>
        </p:txBody>
      </p:sp>
    </p:spTree>
    <p:extLst>
      <p:ext uri="{BB962C8B-B14F-4D97-AF65-F5344CB8AC3E}">
        <p14:creationId xmlns:p14="http://schemas.microsoft.com/office/powerpoint/2010/main" val="326824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a:solidFill>
                  <a:schemeClr val="tx1"/>
                </a:solidFill>
                <a:effectLst/>
                <a:latin typeface="+mn-lt"/>
                <a:ea typeface="MS PGothic" pitchFamily="34" charset="-128"/>
                <a:cs typeface="ＭＳ Ｐゴシック" charset="0"/>
              </a:rPr>
              <a:t>Introduce the Painted Essay </a:t>
            </a:r>
          </a:p>
          <a:p>
            <a:pPr marL="0" marR="0" lvl="0" indent="0" algn="l" defTabSz="457200" rtl="0" eaLnBrk="0" fontAlgn="base" latinLnBrk="0" hangingPunct="0">
              <a:lnSpc>
                <a:spcPct val="100000"/>
              </a:lnSpc>
              <a:spcBef>
                <a:spcPct val="30000"/>
              </a:spcBef>
              <a:spcAft>
                <a:spcPct val="0"/>
              </a:spcAft>
              <a:buClrTx/>
              <a:buSzTx/>
              <a:buFontTx/>
              <a:buNone/>
              <a:tabLst/>
              <a:defRPr/>
            </a:pPr>
            <a:r>
              <a:rPr lang="en-US" sz="1200" b="1" kern="1200">
                <a:solidFill>
                  <a:schemeClr val="tx1"/>
                </a:solidFill>
                <a:effectLst/>
                <a:latin typeface="+mn-lt"/>
                <a:ea typeface="MS PGothic" pitchFamily="34" charset="-128"/>
                <a:cs typeface="ＭＳ Ｐゴシック" charset="0"/>
              </a:rPr>
              <a:t>Transition </a:t>
            </a:r>
          </a:p>
          <a:p>
            <a:pPr marL="0" marR="0" lvl="0" indent="0" algn="l" defTabSz="457200" rtl="0" eaLnBrk="0" fontAlgn="base" latinLnBrk="0" hangingPunct="0">
              <a:lnSpc>
                <a:spcPct val="100000"/>
              </a:lnSpc>
              <a:spcBef>
                <a:spcPct val="30000"/>
              </a:spcBef>
              <a:spcAft>
                <a:spcPct val="0"/>
              </a:spcAft>
              <a:buClrTx/>
              <a:buSzTx/>
              <a:buFontTx/>
              <a:buNone/>
              <a:tabLst/>
              <a:defRPr/>
            </a:pPr>
            <a:endParaRPr lang="en-US" sz="1200" b="1"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Direct students back to the transition part of the template.</a:t>
            </a:r>
          </a:p>
          <a:p>
            <a:r>
              <a:rPr lang="en-US" sz="1200" i="1" kern="1200">
                <a:solidFill>
                  <a:schemeClr val="tx1"/>
                </a:solidFill>
                <a:effectLst/>
                <a:latin typeface="+mn-lt"/>
                <a:ea typeface="MS PGothic" pitchFamily="34" charset="-128"/>
                <a:cs typeface="ＭＳ Ｐゴシック" charset="0"/>
              </a:rPr>
              <a:t>This line is called a transition. A transition is a sentence that moves the reader from one big point in your piece to the next.</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Elaborate that the transition is a sentence that has the job to bridge the ideas in the yellow proof paragraph 1 and the blue proof paragraph 2, so it should be painted yellow and blue.</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Model painting or coloring the transition yellow and blue. Explain that students should try not to mix the colors, but rather both colors should be included in the transition line.</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Instruct students to color the transition yellow and blue.</a:t>
            </a:r>
          </a:p>
          <a:p>
            <a:endParaRPr lang="en-US" sz="1200" kern="1200">
              <a:solidFill>
                <a:schemeClr val="tx1"/>
              </a:solidFill>
              <a:effectLst/>
              <a:latin typeface="+mn-lt"/>
              <a:ea typeface="MS PGothic" pitchFamily="34" charset="-128"/>
              <a:cs typeface="ＭＳ Ｐゴシック" charset="0"/>
            </a:endParaRPr>
          </a:p>
          <a:p>
            <a:r>
              <a:rPr lang="en-US" sz="1200" b="1" kern="1200" err="1">
                <a:solidFill>
                  <a:schemeClr val="tx1"/>
                </a:solidFill>
                <a:effectLst/>
                <a:latin typeface="+mn-lt"/>
                <a:ea typeface="MS PGothic" pitchFamily="34" charset="-128"/>
                <a:cs typeface="ＭＳ Ｐゴシック" charset="0"/>
              </a:rPr>
              <a:t>iELD</a:t>
            </a:r>
            <a:r>
              <a:rPr lang="en-US" sz="1200" b="1" kern="1200">
                <a:solidFill>
                  <a:schemeClr val="tx1"/>
                </a:solidFill>
                <a:effectLst/>
                <a:latin typeface="+mn-lt"/>
                <a:ea typeface="MS PGothic" pitchFamily="34" charset="-128"/>
                <a:cs typeface="ＭＳ Ｐゴシック" charset="0"/>
              </a:rPr>
              <a:t>: Total Physical Response: </a:t>
            </a:r>
            <a:r>
              <a:rPr lang="en-US" sz="1200" kern="1200">
                <a:solidFill>
                  <a:schemeClr val="tx1"/>
                </a:solidFill>
                <a:effectLst/>
                <a:latin typeface="+mn-lt"/>
                <a:ea typeface="MS PGothic" pitchFamily="34" charset="-128"/>
                <a:cs typeface="ＭＳ Ｐゴシック" charset="0"/>
              </a:rPr>
              <a:t>Engage students in TPR to support their understanding of the word transition.</a:t>
            </a:r>
          </a:p>
          <a:p>
            <a:endParaRPr lang="en-US" sz="1200" kern="1200">
              <a:solidFill>
                <a:schemeClr val="tx1"/>
              </a:solidFill>
              <a:effectLst/>
              <a:latin typeface="+mn-lt"/>
              <a:ea typeface="MS PGothic" pitchFamily="34" charset="-128"/>
              <a:cs typeface="ＭＳ Ｐゴシック" charset="0"/>
            </a:endParaRPr>
          </a:p>
          <a:p>
            <a:r>
              <a:rPr lang="en-US" sz="1200" b="1" kern="1200">
                <a:solidFill>
                  <a:schemeClr val="tx1"/>
                </a:solidFill>
                <a:effectLst/>
                <a:latin typeface="+mn-lt"/>
                <a:ea typeface="MS PGothic" pitchFamily="34" charset="-128"/>
                <a:cs typeface="ＭＳ Ｐゴシック" charset="0"/>
              </a:rPr>
              <a:t>Total Physical Response</a:t>
            </a:r>
            <a:r>
              <a:rPr lang="en-US" sz="1200" kern="1200">
                <a:solidFill>
                  <a:schemeClr val="tx1"/>
                </a:solidFill>
                <a:effectLst/>
                <a:latin typeface="+mn-lt"/>
                <a:ea typeface="MS PGothic" pitchFamily="34" charset="-128"/>
                <a:cs typeface="ＭＳ Ｐゴシック" charset="0"/>
              </a:rPr>
              <a:t>:</a:t>
            </a:r>
          </a:p>
          <a:p>
            <a:endParaRPr lang="en-US" sz="1200" kern="1200">
              <a:solidFill>
                <a:schemeClr val="tx1"/>
              </a:solidFill>
              <a:effectLst/>
              <a:latin typeface="+mn-lt"/>
              <a:ea typeface="MS PGothic" pitchFamily="34" charset="-128"/>
              <a:cs typeface="ＭＳ Ｐゴシック" charset="0"/>
            </a:endParaRPr>
          </a:p>
          <a:p>
            <a:r>
              <a:rPr lang="en-US" sz="1200" b="1" kern="1200">
                <a:solidFill>
                  <a:schemeClr val="tx1"/>
                </a:solidFill>
                <a:effectLst/>
                <a:latin typeface="+mn-lt"/>
                <a:ea typeface="MS PGothic" pitchFamily="34" charset="-128"/>
                <a:cs typeface="ＭＳ Ｐゴシック" charset="0"/>
              </a:rPr>
              <a:t>transition: </a:t>
            </a:r>
            <a:r>
              <a:rPr lang="en-US" sz="1200" kern="1200">
                <a:solidFill>
                  <a:schemeClr val="tx1"/>
                </a:solidFill>
                <a:effectLst/>
                <a:latin typeface="+mn-lt"/>
                <a:ea typeface="MS PGothic" pitchFamily="34" charset="-128"/>
                <a:cs typeface="ＭＳ Ｐゴシック" charset="0"/>
              </a:rPr>
              <a:t>Have students stand up, take one side-step to the right, and sit back down. Explain that they transitioned or moved from one place to another. </a:t>
            </a:r>
          </a:p>
          <a:p>
            <a:r>
              <a:rPr lang="en-US" sz="1200" kern="1200">
                <a:solidFill>
                  <a:schemeClr val="tx1"/>
                </a:solidFill>
                <a:effectLst/>
                <a:latin typeface="+mn-lt"/>
                <a:ea typeface="MS PGothic" pitchFamily="34" charset="-128"/>
                <a:cs typeface="ＭＳ Ｐゴシック" charset="0"/>
              </a:rPr>
              <a:t>Invite students to repeat the actions while saying the word.</a:t>
            </a:r>
          </a:p>
          <a:p>
            <a:r>
              <a:rPr lang="en-US" sz="1200" kern="1200">
                <a:solidFill>
                  <a:schemeClr val="tx1"/>
                </a:solidFill>
                <a:effectLst/>
                <a:latin typeface="+mn-lt"/>
                <a:ea typeface="MS PGothic" pitchFamily="34" charset="-128"/>
                <a:cs typeface="ＭＳ Ｐゴシック" charset="0"/>
              </a:rPr>
              <a:t>ELD.PI.3.10</a:t>
            </a:r>
          </a:p>
          <a:p>
            <a:endParaRPr lang="en-US" sz="1200"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10</a:t>
            </a:fld>
            <a:endParaRPr lang="en-US"/>
          </a:p>
        </p:txBody>
      </p:sp>
    </p:spTree>
    <p:extLst>
      <p:ext uri="{BB962C8B-B14F-4D97-AF65-F5344CB8AC3E}">
        <p14:creationId xmlns:p14="http://schemas.microsoft.com/office/powerpoint/2010/main" val="26538995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S PGothic" pitchFamily="34" charset="-128"/>
                <a:cs typeface="ＭＳ Ｐゴシック" charset="0"/>
              </a:rPr>
              <a:t>Introduce the Painted Essay </a:t>
            </a:r>
          </a:p>
          <a:p>
            <a:r>
              <a:rPr lang="en-US" sz="1200" b="1" kern="1200">
                <a:solidFill>
                  <a:schemeClr val="tx1"/>
                </a:solidFill>
                <a:effectLst/>
                <a:latin typeface="+mn-lt"/>
                <a:ea typeface="MS PGothic" pitchFamily="34" charset="-128"/>
                <a:cs typeface="ＭＳ Ｐゴシック" charset="0"/>
              </a:rPr>
              <a:t>Paint or Color the Conclusion</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Put your finger on the last paragraph in your essay. This is the conclusion.</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the name of the last paragraph is the conclusion. Its job is to wrap up the piece and it has two parts: a “What?” and a “So What?”</a:t>
            </a:r>
          </a:p>
          <a:p>
            <a:r>
              <a:rPr lang="en-US" sz="1200" i="1" kern="1200">
                <a:solidFill>
                  <a:schemeClr val="tx1"/>
                </a:solidFill>
                <a:effectLst/>
                <a:latin typeface="+mn-lt"/>
                <a:ea typeface="MS PGothic" pitchFamily="34" charset="-128"/>
                <a:cs typeface="ＭＳ Ｐゴシック" charset="0"/>
              </a:rPr>
              <a:t>In your conclusion, you want to remind the reader of your focus, the “What?" but also add in your own thinking about why what you said is important, the “So What?”</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Explain that in their conclusion, students remind the reader of the ideas in proof paragraph 1 and proof paragraph 2, and add their own thinking about the topic. Instruct students to mix yellow and blue to combine these ideas and see what they get.</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Tell students to look around the classroom and observe the many different shades of green their classmates have made for their conclusions. Explain that this demonstrates that even if everyone is working with similar information from the texts, each person will have their own ideas and insights about that information. The conclusion is a unique shade of green, just like their own unique thinking.</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Model painting or coloring the conclusion rectangle green.</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Instruct students to lightly paint or color the conclusion part of the template with their own unique shade of green.</a:t>
            </a:r>
          </a:p>
          <a:p>
            <a:r>
              <a:rPr lang="en-US" sz="1200" i="1" kern="1200">
                <a:solidFill>
                  <a:schemeClr val="tx1"/>
                </a:solidFill>
                <a:effectLst/>
                <a:latin typeface="+mn-lt"/>
                <a:ea typeface="MS PGothic" pitchFamily="34" charset="-128"/>
                <a:cs typeface="ＭＳ Ｐゴシック" charset="0"/>
              </a:rPr>
              <a:t>Put your brush (or colored pencil) down when you are done.</a:t>
            </a:r>
            <a:endParaRPr lang="en-US" sz="1200" kern="1200">
              <a:solidFill>
                <a:schemeClr val="tx1"/>
              </a:solidFill>
              <a:effectLst/>
              <a:latin typeface="+mn-lt"/>
              <a:ea typeface="MS PGothic" pitchFamily="34" charset="-128"/>
              <a:cs typeface="ＭＳ Ｐゴシック" charset="0"/>
            </a:endParaRPr>
          </a:p>
          <a:p>
            <a:endParaRPr lang="en-US" sz="1200" kern="1200">
              <a:solidFill>
                <a:schemeClr val="tx1"/>
              </a:solidFill>
              <a:effectLst/>
              <a:latin typeface="+mn-lt"/>
              <a:ea typeface="MS PGothic" pitchFamily="34" charset="-128"/>
              <a:cs typeface="ＭＳ Ｐゴシック" charset="0"/>
            </a:endParaRPr>
          </a:p>
          <a:p>
            <a:endParaRPr lang="en-US" sz="1200"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11</a:t>
            </a:fld>
            <a:endParaRPr lang="en-US"/>
          </a:p>
        </p:txBody>
      </p:sp>
    </p:spTree>
    <p:extLst>
      <p:ext uri="{BB962C8B-B14F-4D97-AF65-F5344CB8AC3E}">
        <p14:creationId xmlns:p14="http://schemas.microsoft.com/office/powerpoint/2010/main" val="3122110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Debrief the Painted Essay (9 min.)</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To continue building our writing community, you will work in partners to reinforce what you learned today about the Painted Essay.</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Ask questions like the following to review the parts of the the Painted Essay. Instruct students to share their answers with their partners before confirming the correct answer with the whole class.</a:t>
            </a:r>
          </a:p>
          <a:p>
            <a:r>
              <a:rPr lang="en-US" sz="1200" i="1" kern="1200">
                <a:solidFill>
                  <a:schemeClr val="tx1"/>
                </a:solidFill>
                <a:effectLst/>
                <a:latin typeface="+mn-lt"/>
                <a:ea typeface="MS PGothic" pitchFamily="34" charset="-128"/>
                <a:cs typeface="ＭＳ Ｐゴシック" charset="0"/>
              </a:rPr>
              <a:t>With your finger, show your partner the paragraph that has the job of wrapping up the essay.</a:t>
            </a:r>
            <a:r>
              <a:rPr lang="en-US" sz="1200" kern="1200">
                <a:solidFill>
                  <a:schemeClr val="tx1"/>
                </a:solidFill>
                <a:effectLst/>
                <a:latin typeface="+mn-lt"/>
                <a:ea typeface="MS PGothic" pitchFamily="34" charset="-128"/>
                <a:cs typeface="ＭＳ Ｐゴシック" charset="0"/>
              </a:rPr>
              <a:t> (conclusion—green part) </a:t>
            </a:r>
            <a:r>
              <a:rPr lang="en-US" sz="1200" i="1" kern="1200">
                <a:solidFill>
                  <a:schemeClr val="tx1"/>
                </a:solidFill>
                <a:effectLst/>
                <a:latin typeface="+mn-lt"/>
                <a:ea typeface="MS PGothic" pitchFamily="34" charset="-128"/>
                <a:cs typeface="ＭＳ Ｐゴシック" charset="0"/>
              </a:rPr>
              <a:t>Why is this colored green?</a:t>
            </a:r>
            <a:r>
              <a:rPr lang="en-US" sz="1200" kern="1200">
                <a:solidFill>
                  <a:schemeClr val="tx1"/>
                </a:solidFill>
                <a:effectLst/>
                <a:latin typeface="+mn-lt"/>
                <a:ea typeface="MS PGothic" pitchFamily="34" charset="-128"/>
                <a:cs typeface="ＭＳ Ｐゴシック" charset="0"/>
              </a:rPr>
              <a:t> (because its job is to remind the reader of the focus and add your own unique thinking)</a:t>
            </a: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12</a:t>
            </a:fld>
            <a:endParaRPr lang="en-US"/>
          </a:p>
        </p:txBody>
      </p:sp>
    </p:spTree>
    <p:extLst>
      <p:ext uri="{BB962C8B-B14F-4D97-AF65-F5344CB8AC3E}">
        <p14:creationId xmlns:p14="http://schemas.microsoft.com/office/powerpoint/2010/main" val="1876010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1BB99-57A3-DECD-CC9F-E44C3F474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9F1CC-A331-2794-69E8-0B2F040B4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14E5A-1951-371F-593C-569D8A687F9A}"/>
              </a:ext>
            </a:extLst>
          </p:cNvPr>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Debrief the Painted Essay (9 min.)</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With your finger, show your partner the part that has the job of giving the reader background information, or context, so the reader can understand the piece. What color is it and why?</a:t>
            </a:r>
            <a:r>
              <a:rPr lang="en-US" sz="1200" kern="1200">
                <a:solidFill>
                  <a:schemeClr val="tx1"/>
                </a:solidFill>
                <a:effectLst/>
                <a:latin typeface="+mn-lt"/>
                <a:ea typeface="MS PGothic" pitchFamily="34" charset="-128"/>
                <a:cs typeface="ＭＳ Ｐゴシック" charset="0"/>
              </a:rPr>
              <a:t> (introduction—red part, catches the reader's attention)</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With your finger, show your partner the part of the essay that tells the reader what the piece will be about. It includes the central idea of your piece and two points.</a:t>
            </a:r>
            <a:r>
              <a:rPr lang="en-US" sz="1200" kern="1200">
                <a:solidFill>
                  <a:schemeClr val="tx1"/>
                </a:solidFill>
                <a:effectLst/>
                <a:latin typeface="+mn-lt"/>
                <a:ea typeface="MS PGothic" pitchFamily="34" charset="-128"/>
                <a:cs typeface="ＭＳ Ｐゴシック" charset="0"/>
              </a:rPr>
              <a:t> (focus statement) </a:t>
            </a:r>
            <a:r>
              <a:rPr lang="en-US" sz="1200" i="1" kern="1200">
                <a:solidFill>
                  <a:schemeClr val="tx1"/>
                </a:solidFill>
                <a:effectLst/>
                <a:latin typeface="+mn-lt"/>
                <a:ea typeface="MS PGothic" pitchFamily="34" charset="-128"/>
                <a:cs typeface="ＭＳ Ｐゴシック" charset="0"/>
              </a:rPr>
              <a:t>What colors are in the focus statement? </a:t>
            </a:r>
            <a:r>
              <a:rPr lang="en-US" sz="1200" kern="1200">
                <a:solidFill>
                  <a:schemeClr val="tx1"/>
                </a:solidFill>
                <a:effectLst/>
                <a:latin typeface="+mn-lt"/>
                <a:ea typeface="MS PGothic" pitchFamily="34" charset="-128"/>
                <a:cs typeface="ＭＳ Ｐゴシック" charset="0"/>
              </a:rPr>
              <a:t>(green, yellow, and blue)</a:t>
            </a:r>
          </a:p>
          <a:p>
            <a:endParaRPr lang="en-US" sz="1200" kern="1200">
              <a:solidFill>
                <a:schemeClr val="tx1"/>
              </a:solidFill>
              <a:effectLst/>
              <a:latin typeface="+mn-lt"/>
              <a:ea typeface="MS PGothic" pitchFamily="34" charset="-128"/>
              <a:cs typeface="ＭＳ Ｐゴシック" charset="0"/>
            </a:endParaRPr>
          </a:p>
          <a:p>
            <a:endParaRPr lang="en-US" sz="1200" kern="1200">
              <a:solidFill>
                <a:schemeClr val="tx1"/>
              </a:solidFill>
              <a:effectLst/>
              <a:latin typeface="+mn-lt"/>
              <a:ea typeface="MS PGothic" pitchFamily="34" charset="-128"/>
              <a:cs typeface="ＭＳ Ｐゴシック" charset="0"/>
            </a:endParaRPr>
          </a:p>
          <a:p>
            <a:endParaRPr lang="en-US" sz="1200" b="1"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a:extLst>
              <a:ext uri="{FF2B5EF4-FFF2-40B4-BE49-F238E27FC236}">
                <a16:creationId xmlns:a16="http://schemas.microsoft.com/office/drawing/2014/main" id="{0FE80859-8AA1-27B6-15AF-14AB5F4FD345}"/>
              </a:ext>
            </a:extLst>
          </p:cNvPr>
          <p:cNvSpPr>
            <a:spLocks noGrp="1"/>
          </p:cNvSpPr>
          <p:nvPr>
            <p:ph type="sldNum" sz="quarter" idx="5"/>
          </p:nvPr>
        </p:nvSpPr>
        <p:spPr/>
        <p:txBody>
          <a:bodyPr/>
          <a:lstStyle/>
          <a:p>
            <a:fld id="{8E09A365-A8D9-E040-9056-E7452C529351}" type="slidenum">
              <a:rPr lang="en-US" smtClean="0"/>
              <a:t>13</a:t>
            </a:fld>
            <a:endParaRPr lang="en-US"/>
          </a:p>
        </p:txBody>
      </p:sp>
    </p:spTree>
    <p:extLst>
      <p:ext uri="{BB962C8B-B14F-4D97-AF65-F5344CB8AC3E}">
        <p14:creationId xmlns:p14="http://schemas.microsoft.com/office/powerpoint/2010/main" val="735978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Debrief the Painted Essay (9 min.)</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With your finger, show your partner the part that has the job of being a bridge between your two points.</a:t>
            </a:r>
            <a:r>
              <a:rPr lang="en-US" sz="1200" kern="1200">
                <a:solidFill>
                  <a:schemeClr val="tx1"/>
                </a:solidFill>
                <a:effectLst/>
                <a:latin typeface="+mn-lt"/>
                <a:ea typeface="MS PGothic" pitchFamily="34" charset="-128"/>
                <a:cs typeface="ＭＳ Ｐゴシック" charset="0"/>
              </a:rPr>
              <a:t> (transition) </a:t>
            </a:r>
            <a:r>
              <a:rPr lang="en-US" sz="1200" i="1" kern="1200">
                <a:solidFill>
                  <a:schemeClr val="tx1"/>
                </a:solidFill>
                <a:effectLst/>
                <a:latin typeface="+mn-lt"/>
                <a:ea typeface="MS PGothic" pitchFamily="34" charset="-128"/>
                <a:cs typeface="ＭＳ Ｐゴシック" charset="0"/>
              </a:rPr>
              <a:t>What colors are in the transition? </a:t>
            </a:r>
            <a:r>
              <a:rPr lang="en-US" sz="1200" kern="1200">
                <a:solidFill>
                  <a:schemeClr val="tx1"/>
                </a:solidFill>
                <a:effectLst/>
                <a:latin typeface="+mn-lt"/>
                <a:ea typeface="MS PGothic" pitchFamily="34" charset="-128"/>
                <a:cs typeface="ＭＳ Ｐゴシック" charset="0"/>
              </a:rPr>
              <a:t>(yellow and blue)</a:t>
            </a:r>
            <a:r>
              <a:rPr lang="en-US" sz="1200" i="1" kern="1200">
                <a:solidFill>
                  <a:schemeClr val="tx1"/>
                </a:solidFill>
                <a:effectLst/>
                <a:latin typeface="+mn-lt"/>
                <a:ea typeface="MS PGothic" pitchFamily="34" charset="-128"/>
                <a:cs typeface="ＭＳ Ｐゴシック" charset="0"/>
              </a:rPr>
              <a:t> Why is the transition yellow and blue? </a:t>
            </a:r>
            <a:r>
              <a:rPr lang="en-US" sz="1200" kern="1200">
                <a:solidFill>
                  <a:schemeClr val="tx1"/>
                </a:solidFill>
                <a:effectLst/>
                <a:latin typeface="+mn-lt"/>
                <a:ea typeface="MS PGothic" pitchFamily="34" charset="-128"/>
                <a:cs typeface="ＭＳ Ｐゴシック" charset="0"/>
              </a:rPr>
              <a:t>(It moves the reader from the ideas in your yellow paragraph to the ideas in your blue paragraph.)</a:t>
            </a:r>
            <a:endParaRPr lang="en-US" sz="1200" b="1"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14</a:t>
            </a:fld>
            <a:endParaRPr lang="en-US"/>
          </a:p>
        </p:txBody>
      </p:sp>
    </p:spTree>
    <p:extLst>
      <p:ext uri="{BB962C8B-B14F-4D97-AF65-F5344CB8AC3E}">
        <p14:creationId xmlns:p14="http://schemas.microsoft.com/office/powerpoint/2010/main" val="1709705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4736F-C70B-5287-9140-3250711AC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DCAD4-171A-0C6A-EDCB-634E83E3A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9A61E-865A-2810-1775-C09796BC5126}"/>
              </a:ext>
            </a:extLst>
          </p:cNvPr>
          <p:cNvSpPr>
            <a:spLocks noGrp="1"/>
          </p:cNvSpPr>
          <p:nvPr>
            <p:ph type="body" idx="1"/>
          </p:nvPr>
        </p:nvSpPr>
        <p:spPr/>
        <p:txBody>
          <a:bodyPr/>
          <a:lstStyle/>
          <a:p>
            <a:r>
              <a:rPr lang="en-US" sz="1200" b="1" kern="1200" dirty="0">
                <a:solidFill>
                  <a:schemeClr val="tx1"/>
                </a:solidFill>
                <a:effectLst/>
                <a:latin typeface="+mn-lt"/>
                <a:ea typeface="MS PGothic" pitchFamily="34" charset="-128"/>
                <a:cs typeface="ＭＳ Ｐゴシック" charset="0"/>
              </a:rPr>
              <a:t>Debrief the Painted Essay (9 min.)</a:t>
            </a:r>
          </a:p>
          <a:p>
            <a:endParaRPr lang="en-US" sz="1200" kern="1200" dirty="0">
              <a:solidFill>
                <a:schemeClr val="tx1"/>
              </a:solidFill>
              <a:effectLst/>
              <a:latin typeface="+mn-lt"/>
              <a:ea typeface="MS PGothic" pitchFamily="34" charset="-128"/>
              <a:cs typeface="ＭＳ Ｐゴシック" charset="0"/>
            </a:endParaRPr>
          </a:p>
          <a:p>
            <a:r>
              <a:rPr lang="en-US" sz="1200" i="1" kern="1200" dirty="0">
                <a:solidFill>
                  <a:schemeClr val="tx1"/>
                </a:solidFill>
                <a:effectLst/>
                <a:latin typeface="+mn-lt"/>
                <a:ea typeface="MS PGothic" pitchFamily="34" charset="-128"/>
                <a:cs typeface="ＭＳ Ｐゴシック" charset="0"/>
              </a:rPr>
              <a:t>With your finger, show your partner the part that has the job of giving evidence and reasons to support the first point in your focus statement. </a:t>
            </a:r>
            <a:r>
              <a:rPr lang="en-US" sz="1200" kern="1200" dirty="0">
                <a:solidFill>
                  <a:schemeClr val="tx1"/>
                </a:solidFill>
                <a:effectLst/>
                <a:latin typeface="+mn-lt"/>
                <a:ea typeface="MS PGothic" pitchFamily="34" charset="-128"/>
                <a:cs typeface="ＭＳ Ｐゴシック" charset="0"/>
              </a:rPr>
              <a:t>(proof paragraph 1) </a:t>
            </a:r>
            <a:r>
              <a:rPr lang="en-US" sz="1200" i="1" kern="1200" dirty="0">
                <a:solidFill>
                  <a:schemeClr val="tx1"/>
                </a:solidFill>
                <a:effectLst/>
                <a:latin typeface="+mn-lt"/>
                <a:ea typeface="MS PGothic" pitchFamily="34" charset="-128"/>
                <a:cs typeface="ＭＳ Ｐゴシック" charset="0"/>
              </a:rPr>
              <a:t>What color is this paragraph? Why? </a:t>
            </a:r>
            <a:r>
              <a:rPr lang="en-US" sz="1200" kern="1200" dirty="0">
                <a:solidFill>
                  <a:schemeClr val="tx1"/>
                </a:solidFill>
                <a:effectLst/>
                <a:latin typeface="+mn-lt"/>
                <a:ea typeface="MS PGothic" pitchFamily="34" charset="-128"/>
                <a:cs typeface="ＭＳ Ｐゴシック" charset="0"/>
              </a:rPr>
              <a:t>(yellow, to match the yellow point in the focus statement)</a:t>
            </a:r>
          </a:p>
          <a:p>
            <a:endParaRPr lang="en-US" sz="1200" kern="1200" dirty="0">
              <a:solidFill>
                <a:schemeClr val="tx1"/>
              </a:solidFill>
              <a:effectLst/>
              <a:latin typeface="+mn-lt"/>
              <a:ea typeface="MS PGothic" pitchFamily="34" charset="-128"/>
              <a:cs typeface="ＭＳ Ｐゴシック" charset="0"/>
            </a:endParaRPr>
          </a:p>
          <a:p>
            <a:r>
              <a:rPr lang="en-US" sz="1200" i="1" kern="1200" dirty="0">
                <a:solidFill>
                  <a:schemeClr val="tx1"/>
                </a:solidFill>
                <a:effectLst/>
                <a:latin typeface="+mn-lt"/>
                <a:ea typeface="MS PGothic" pitchFamily="34" charset="-128"/>
                <a:cs typeface="ＭＳ Ｐゴシック" charset="0"/>
              </a:rPr>
              <a:t>With your finger, show your partner the part that has the job of giving evidence and reasons to support the second point in your focus statement.</a:t>
            </a:r>
            <a:r>
              <a:rPr lang="en-US" sz="1200" kern="1200" dirty="0">
                <a:solidFill>
                  <a:schemeClr val="tx1"/>
                </a:solidFill>
                <a:effectLst/>
                <a:latin typeface="+mn-lt"/>
                <a:ea typeface="MS PGothic" pitchFamily="34" charset="-128"/>
                <a:cs typeface="ＭＳ Ｐゴシック" charset="0"/>
              </a:rPr>
              <a:t> (proof paragraph 2) </a:t>
            </a:r>
            <a:r>
              <a:rPr lang="en-US" sz="1200" i="1" kern="1200" dirty="0">
                <a:solidFill>
                  <a:schemeClr val="tx1"/>
                </a:solidFill>
                <a:effectLst/>
                <a:latin typeface="+mn-lt"/>
                <a:ea typeface="MS PGothic" pitchFamily="34" charset="-128"/>
                <a:cs typeface="ＭＳ Ｐゴシック" charset="0"/>
              </a:rPr>
              <a:t>Why is it blue? </a:t>
            </a:r>
            <a:r>
              <a:rPr lang="en-US" sz="1200" kern="1200" dirty="0">
                <a:solidFill>
                  <a:schemeClr val="tx1"/>
                </a:solidFill>
                <a:effectLst/>
                <a:latin typeface="+mn-lt"/>
                <a:ea typeface="MS PGothic" pitchFamily="34" charset="-128"/>
                <a:cs typeface="ＭＳ Ｐゴシック" charset="0"/>
              </a:rPr>
              <a:t>(to match the blue point in the focus statement)</a:t>
            </a:r>
          </a:p>
          <a:p>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dirty="0">
                <a:solidFill>
                  <a:schemeClr val="tx1"/>
                </a:solidFill>
                <a:effectLst/>
                <a:latin typeface="+mn-lt"/>
                <a:ea typeface="MS PGothic" pitchFamily="34" charset="-128"/>
                <a:cs typeface="ＭＳ Ｐゴシック" charset="0"/>
              </a:rPr>
              <a:t>Confirm that students understand that the Painted Essay has four paragraphs: the introduction, proof paragraph 1, proof paragraph 2, and conclusion. These parts together form a complete essay. The colors can help students remember each paragraph and understand how the paragraphs work together to make meaning.</a:t>
            </a:r>
          </a:p>
          <a:p>
            <a:r>
              <a:rPr lang="en-US" sz="1200" kern="1200" dirty="0">
                <a:solidFill>
                  <a:schemeClr val="tx1"/>
                </a:solidFill>
                <a:effectLst/>
                <a:latin typeface="+mn-lt"/>
                <a:ea typeface="MS PGothic" pitchFamily="34" charset="-128"/>
                <a:cs typeface="ＭＳ Ｐゴシック" charset="0"/>
              </a:rPr>
              <a:t> </a:t>
            </a:r>
          </a:p>
          <a:p>
            <a:r>
              <a:rPr lang="en-US" sz="1200" b="1" kern="1200" dirty="0">
                <a:solidFill>
                  <a:schemeClr val="tx1"/>
                </a:solidFill>
                <a:effectLst/>
                <a:latin typeface="+mn-lt"/>
                <a:ea typeface="MS PGothic" pitchFamily="34" charset="-128"/>
                <a:cs typeface="ＭＳ Ｐゴシック" charset="0"/>
              </a:rPr>
              <a:t>ACCESS: </a:t>
            </a:r>
            <a:r>
              <a:rPr lang="en-US" sz="1200" kern="1200" dirty="0">
                <a:solidFill>
                  <a:schemeClr val="tx1"/>
                </a:solidFill>
                <a:effectLst/>
                <a:latin typeface="+mn-lt"/>
                <a:ea typeface="MS PGothic" pitchFamily="34" charset="-128"/>
                <a:cs typeface="ＭＳ Ｐゴシック" charset="0"/>
              </a:rPr>
              <a:t>Conduct a Think-Aloud to support students as they identify different parts of the Painted Essay.</a:t>
            </a:r>
          </a:p>
          <a:p>
            <a:endParaRPr lang="en-US" sz="1200" kern="1200" dirty="0">
              <a:solidFill>
                <a:schemeClr val="tx1"/>
              </a:solidFill>
              <a:effectLst/>
              <a:latin typeface="+mn-lt"/>
              <a:ea typeface="MS PGothic" pitchFamily="34" charset="-128"/>
              <a:cs typeface="ＭＳ Ｐゴシック" charset="0"/>
            </a:endParaRPr>
          </a:p>
          <a:p>
            <a:r>
              <a:rPr lang="en-US" sz="1200" b="1" kern="1200" dirty="0">
                <a:solidFill>
                  <a:schemeClr val="tx1"/>
                </a:solidFill>
                <a:effectLst/>
                <a:latin typeface="+mn-lt"/>
                <a:ea typeface="MS PGothic" pitchFamily="34" charset="-128"/>
                <a:cs typeface="ＭＳ Ｐゴシック" charset="0"/>
              </a:rPr>
              <a:t>Think-Aloud</a:t>
            </a:r>
          </a:p>
          <a:p>
            <a:r>
              <a:rPr lang="en-US" sz="1200" kern="1200" dirty="0">
                <a:solidFill>
                  <a:schemeClr val="tx1"/>
                </a:solidFill>
                <a:effectLst/>
                <a:latin typeface="+mn-lt"/>
                <a:ea typeface="MS PGothic" pitchFamily="34" charset="-128"/>
                <a:cs typeface="ＭＳ Ｐゴシック" charset="0"/>
              </a:rPr>
              <a:t>If students need additional support reinforcing what they've learned, model how to use the color-coding and purpose of each paragraph to identify parts of the Painted Essay. </a:t>
            </a:r>
          </a:p>
          <a:p>
            <a:r>
              <a:rPr lang="en-US" sz="1200" kern="1200" dirty="0">
                <a:solidFill>
                  <a:schemeClr val="tx1"/>
                </a:solidFill>
                <a:effectLst/>
                <a:latin typeface="+mn-lt"/>
                <a:ea typeface="MS PGothic" pitchFamily="34" charset="-128"/>
                <a:cs typeface="ＭＳ Ｐゴシック" charset="0"/>
              </a:rPr>
              <a:t>Think aloud by scanning the essay and asking:</a:t>
            </a:r>
          </a:p>
          <a:p>
            <a:pPr marL="171450" indent="-171450">
              <a:buFont typeface="Arial" panose="020B0604020202020204" pitchFamily="34" charset="0"/>
              <a:buChar char="•"/>
            </a:pPr>
            <a:r>
              <a:rPr lang="en-US" sz="1200" i="1" kern="1200" dirty="0">
                <a:solidFill>
                  <a:schemeClr val="tx1"/>
                </a:solidFill>
                <a:effectLst/>
                <a:latin typeface="+mn-lt"/>
                <a:ea typeface="MS PGothic" pitchFamily="34" charset="-128"/>
                <a:cs typeface="ＭＳ Ｐゴシック" charset="0"/>
              </a:rPr>
              <a:t>I’m looking for the part that wraps up the essay. I know the conclusion reminds the reader of the main idea and adds a final thought. I also remember the conclusion is green.</a:t>
            </a:r>
            <a:endParaRPr lang="en-US" sz="1200" kern="1200" dirty="0">
              <a:solidFill>
                <a:schemeClr val="tx1"/>
              </a:solidFill>
              <a:effectLst/>
              <a:latin typeface="+mn-lt"/>
              <a:ea typeface="MS PGothic" pitchFamily="34" charset="-128"/>
              <a:cs typeface="ＭＳ Ｐゴシック" charset="0"/>
            </a:endParaRPr>
          </a:p>
          <a:p>
            <a:r>
              <a:rPr lang="en-US" sz="1200" kern="1200" dirty="0">
                <a:solidFill>
                  <a:schemeClr val="tx1"/>
                </a:solidFill>
                <a:effectLst/>
                <a:latin typeface="+mn-lt"/>
                <a:ea typeface="MS PGothic" pitchFamily="34" charset="-128"/>
                <a:cs typeface="ＭＳ Ｐゴシック" charset="0"/>
              </a:rPr>
              <a:t>Point to the correct section and continue:</a:t>
            </a:r>
          </a:p>
          <a:p>
            <a:pPr marL="171450" indent="-171450">
              <a:buFont typeface="Arial" panose="020B0604020202020204" pitchFamily="34" charset="0"/>
              <a:buChar char="•"/>
            </a:pPr>
            <a:r>
              <a:rPr lang="en-US" sz="1200" i="1" kern="1200" dirty="0">
                <a:solidFill>
                  <a:schemeClr val="tx1"/>
                </a:solidFill>
                <a:effectLst/>
                <a:latin typeface="+mn-lt"/>
                <a:ea typeface="MS PGothic" pitchFamily="34" charset="-128"/>
                <a:cs typeface="ＭＳ Ｐゴシック" charset="0"/>
              </a:rPr>
              <a:t>This must be the conclusion because it matches the job and the color.</a:t>
            </a:r>
            <a:endParaRPr lang="en-US" sz="1200" kern="1200" dirty="0">
              <a:solidFill>
                <a:schemeClr val="tx1"/>
              </a:solidFill>
              <a:effectLst/>
              <a:latin typeface="+mn-lt"/>
              <a:ea typeface="MS PGothic" pitchFamily="34" charset="-128"/>
              <a:cs typeface="ＭＳ Ｐゴシック" charset="0"/>
            </a:endParaRPr>
          </a:p>
          <a:p>
            <a:r>
              <a:rPr lang="en-US" sz="1200" kern="1200" dirty="0">
                <a:solidFill>
                  <a:schemeClr val="tx1"/>
                </a:solidFill>
                <a:effectLst/>
                <a:latin typeface="+mn-lt"/>
                <a:ea typeface="MS PGothic" pitchFamily="34" charset="-128"/>
                <a:cs typeface="ＭＳ Ｐゴシック" charset="0"/>
              </a:rPr>
              <a:t>Prompt students to apply this strategy by asking:</a:t>
            </a:r>
          </a:p>
          <a:p>
            <a:pPr marL="171450" indent="-171450">
              <a:buFont typeface="Arial" panose="020B0604020202020204" pitchFamily="34" charset="0"/>
              <a:buChar char="•"/>
            </a:pPr>
            <a:r>
              <a:rPr lang="en-US" sz="1200" i="1" kern="1200" dirty="0">
                <a:solidFill>
                  <a:schemeClr val="tx1"/>
                </a:solidFill>
                <a:effectLst/>
                <a:latin typeface="+mn-lt"/>
                <a:ea typeface="MS PGothic" pitchFamily="34" charset="-128"/>
                <a:cs typeface="ＭＳ Ｐゴシック" charset="0"/>
              </a:rPr>
              <a:t>What is the job of this part? What color should it be?</a:t>
            </a:r>
            <a:endParaRPr lang="en-US" sz="1200" kern="1200" dirty="0">
              <a:solidFill>
                <a:schemeClr val="tx1"/>
              </a:solidFill>
              <a:effectLst/>
              <a:latin typeface="+mn-lt"/>
              <a:ea typeface="MS PGothic" pitchFamily="34" charset="-128"/>
              <a:cs typeface="ＭＳ Ｐゴシック" charset="0"/>
            </a:endParaRPr>
          </a:p>
          <a:p>
            <a:r>
              <a:rPr lang="en-US" sz="1200" kern="1200" dirty="0">
                <a:solidFill>
                  <a:schemeClr val="tx1"/>
                </a:solidFill>
                <a:effectLst/>
                <a:latin typeface="+mn-lt"/>
                <a:ea typeface="MS PGothic" pitchFamily="34" charset="-128"/>
                <a:cs typeface="ＭＳ Ｐゴシック" charset="0"/>
              </a:rPr>
              <a:t>Have students use both the job and the color-coding to locate each part before sharing with a partner.</a:t>
            </a:r>
          </a:p>
          <a:p>
            <a:endParaRPr lang="en-US" sz="1200" kern="1200" dirty="0">
              <a:solidFill>
                <a:schemeClr val="tx1"/>
              </a:solidFill>
              <a:effectLst/>
              <a:latin typeface="+mn-lt"/>
              <a:ea typeface="MS PGothic" pitchFamily="34" charset="-128"/>
              <a:cs typeface="ＭＳ Ｐゴシック" charset="0"/>
            </a:endParaRPr>
          </a:p>
          <a:p>
            <a:r>
              <a:rPr lang="en-US" sz="1200" b="1" kern="1200" dirty="0" err="1">
                <a:solidFill>
                  <a:schemeClr val="tx1"/>
                </a:solidFill>
                <a:effectLst/>
                <a:latin typeface="+mn-lt"/>
                <a:ea typeface="MS PGothic" pitchFamily="34" charset="-128"/>
                <a:cs typeface="ＭＳ Ｐゴシック" charset="0"/>
              </a:rPr>
              <a:t>iELD</a:t>
            </a:r>
            <a:r>
              <a:rPr lang="en-US" sz="1200" b="1" kern="1200" dirty="0">
                <a:solidFill>
                  <a:schemeClr val="tx1"/>
                </a:solidFill>
                <a:effectLst/>
                <a:latin typeface="+mn-lt"/>
                <a:ea typeface="MS PGothic" pitchFamily="34" charset="-128"/>
                <a:cs typeface="ＭＳ Ｐゴシック" charset="0"/>
              </a:rPr>
              <a:t>: Leverage Linguistic Assets</a:t>
            </a:r>
            <a:r>
              <a:rPr lang="en-US" sz="1200" kern="1200" dirty="0">
                <a:solidFill>
                  <a:schemeClr val="tx1"/>
                </a:solidFill>
                <a:effectLst/>
                <a:latin typeface="+mn-lt"/>
                <a:ea typeface="MS PGothic" pitchFamily="34" charset="-128"/>
                <a:cs typeface="ＭＳ Ｐゴシック" charset="0"/>
              </a:rPr>
              <a:t>: Encourage students to use their home languages, if helpful, as they review the concepts of the Painted Essay. </a:t>
            </a:r>
            <a:br>
              <a:rPr lang="en-US" sz="1200" kern="1200" dirty="0">
                <a:solidFill>
                  <a:schemeClr val="tx1"/>
                </a:solidFill>
                <a:effectLst/>
                <a:latin typeface="+mn-lt"/>
                <a:ea typeface="MS PGothic" pitchFamily="34" charset="-128"/>
                <a:cs typeface="ＭＳ Ｐゴシック" charset="0"/>
              </a:rPr>
            </a:br>
            <a:r>
              <a:rPr lang="en-US" sz="1200" kern="1200" dirty="0">
                <a:solidFill>
                  <a:schemeClr val="tx1"/>
                </a:solidFill>
                <a:effectLst/>
                <a:latin typeface="+mn-lt"/>
                <a:ea typeface="MS PGothic" pitchFamily="34" charset="-128"/>
                <a:cs typeface="ＭＳ Ｐゴシック" charset="0"/>
              </a:rPr>
              <a:t>For example: Would you like to use your home language as you review the parts of the essay and discuss the meaning of the colors with your partner?</a:t>
            </a:r>
          </a:p>
          <a:p>
            <a:endParaRPr lang="en-US" sz="1200" kern="1200" dirty="0">
              <a:solidFill>
                <a:schemeClr val="tx1"/>
              </a:solidFill>
              <a:effectLst/>
              <a:latin typeface="+mn-lt"/>
              <a:ea typeface="MS PGothic" pitchFamily="34" charset="-128"/>
              <a:cs typeface="ＭＳ Ｐゴシック" charset="0"/>
            </a:endParaRPr>
          </a:p>
          <a:p>
            <a:r>
              <a:rPr lang="en-US" sz="1200" b="1" kern="1200" dirty="0">
                <a:solidFill>
                  <a:schemeClr val="tx1"/>
                </a:solidFill>
                <a:effectLst/>
                <a:latin typeface="+mn-lt"/>
                <a:ea typeface="MS PGothic" pitchFamily="34" charset="-128"/>
                <a:cs typeface="ＭＳ Ｐゴシック" charset="0"/>
              </a:rPr>
              <a:t>EXTEND</a:t>
            </a:r>
            <a:r>
              <a:rPr lang="en-US" sz="1200" kern="1200" dirty="0">
                <a:solidFill>
                  <a:schemeClr val="tx1"/>
                </a:solidFill>
                <a:effectLst/>
                <a:latin typeface="+mn-lt"/>
                <a:ea typeface="MS PGothic" pitchFamily="34" charset="-128"/>
                <a:cs typeface="ＭＳ Ｐゴシック" charset="0"/>
              </a:rPr>
              <a:t>: Ask Guiding Questions to challenge students in orally sharing the purpose of the Painted Essay.</a:t>
            </a:r>
          </a:p>
          <a:p>
            <a:endParaRPr lang="en-US" sz="1200" kern="1200" dirty="0">
              <a:solidFill>
                <a:schemeClr val="tx1"/>
              </a:solidFill>
              <a:effectLst/>
              <a:latin typeface="+mn-lt"/>
              <a:ea typeface="MS PGothic" pitchFamily="34" charset="-128"/>
              <a:cs typeface="ＭＳ Ｐゴシック" charset="0"/>
            </a:endParaRPr>
          </a:p>
          <a:p>
            <a:r>
              <a:rPr lang="en-US" sz="1200" b="1" kern="1200" dirty="0">
                <a:solidFill>
                  <a:schemeClr val="tx1"/>
                </a:solidFill>
                <a:effectLst/>
                <a:latin typeface="+mn-lt"/>
                <a:ea typeface="MS PGothic" pitchFamily="34" charset="-128"/>
                <a:cs typeface="ＭＳ Ｐゴシック" charset="0"/>
              </a:rPr>
              <a:t>Guiding Questions</a:t>
            </a:r>
          </a:p>
          <a:p>
            <a:r>
              <a:rPr lang="en-US" sz="1200" kern="1200" dirty="0">
                <a:solidFill>
                  <a:schemeClr val="tx1"/>
                </a:solidFill>
                <a:effectLst/>
                <a:latin typeface="+mn-lt"/>
                <a:ea typeface="MS PGothic" pitchFamily="34" charset="-128"/>
                <a:cs typeface="ＭＳ Ｐゴシック" charset="0"/>
              </a:rPr>
              <a:t>Challenge students to orally share the job of each paragraph and respond to these questions: </a:t>
            </a:r>
          </a:p>
          <a:p>
            <a:pPr marL="171450" indent="-171450">
              <a:buFont typeface="Arial" panose="020B0604020202020204" pitchFamily="34" charset="0"/>
              <a:buChar char="•"/>
            </a:pPr>
            <a:r>
              <a:rPr lang="en-US" sz="1200" i="1" kern="1200" dirty="0">
                <a:solidFill>
                  <a:schemeClr val="tx1"/>
                </a:solidFill>
                <a:effectLst/>
                <a:latin typeface="+mn-lt"/>
                <a:ea typeface="MS PGothic" pitchFamily="34" charset="-128"/>
                <a:cs typeface="ＭＳ Ｐゴシック" charset="0"/>
              </a:rPr>
              <a:t>If we took away the introduction, what would happen to the essay?</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i="1" kern="1200" dirty="0">
                <a:solidFill>
                  <a:schemeClr val="tx1"/>
                </a:solidFill>
                <a:effectLst/>
                <a:latin typeface="+mn-lt"/>
                <a:ea typeface="MS PGothic" pitchFamily="34" charset="-128"/>
                <a:cs typeface="ＭＳ Ｐゴシック" charset="0"/>
              </a:rPr>
              <a:t>What would happen if we switched the proof paragraphs?</a:t>
            </a:r>
            <a:endParaRPr lang="en-US" sz="1200" kern="1200" dirty="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i="1" kern="1200" dirty="0">
                <a:solidFill>
                  <a:schemeClr val="tx1"/>
                </a:solidFill>
                <a:effectLst/>
                <a:latin typeface="+mn-lt"/>
                <a:ea typeface="MS PGothic" pitchFamily="34" charset="-128"/>
                <a:cs typeface="ＭＳ Ｐゴシック" charset="0"/>
              </a:rPr>
              <a:t>Why does the conclusion need to restate the main idea instead of adding new facts?</a:t>
            </a:r>
            <a:endParaRPr lang="en-US" sz="1200" kern="1200" dirty="0">
              <a:solidFill>
                <a:schemeClr val="tx1"/>
              </a:solidFill>
              <a:effectLst/>
              <a:latin typeface="+mn-lt"/>
              <a:ea typeface="MS PGothic" pitchFamily="34" charset="-128"/>
              <a:cs typeface="ＭＳ Ｐゴシック" charset="0"/>
            </a:endParaRPr>
          </a:p>
          <a:p>
            <a:endParaRPr lang="en-US" sz="1200" kern="1200" dirty="0">
              <a:solidFill>
                <a:schemeClr val="tx1"/>
              </a:solidFill>
              <a:effectLst/>
              <a:latin typeface="+mn-lt"/>
              <a:ea typeface="MS PGothic" pitchFamily="34" charset="-128"/>
              <a:cs typeface="ＭＳ Ｐゴシック" charset="0"/>
            </a:endParaRPr>
          </a:p>
          <a:p>
            <a:endParaRPr lang="en-US" sz="1200" b="1" kern="1200" dirty="0">
              <a:solidFill>
                <a:schemeClr val="tx1"/>
              </a:solidFill>
              <a:effectLst/>
              <a:latin typeface="+mn-lt"/>
              <a:ea typeface="MS PGothic" pitchFamily="34" charset="-128"/>
              <a:cs typeface="ＭＳ Ｐゴシック" charset="0"/>
            </a:endParaRPr>
          </a:p>
          <a:p>
            <a:endParaRPr lang="en-US" dirty="0"/>
          </a:p>
        </p:txBody>
      </p:sp>
      <p:sp>
        <p:nvSpPr>
          <p:cNvPr id="4" name="Slide Number Placeholder 3">
            <a:extLst>
              <a:ext uri="{FF2B5EF4-FFF2-40B4-BE49-F238E27FC236}">
                <a16:creationId xmlns:a16="http://schemas.microsoft.com/office/drawing/2014/main" id="{4CA07CF9-4944-139D-207D-6E6AF244403C}"/>
              </a:ext>
            </a:extLst>
          </p:cNvPr>
          <p:cNvSpPr>
            <a:spLocks noGrp="1"/>
          </p:cNvSpPr>
          <p:nvPr>
            <p:ph type="sldNum" sz="quarter" idx="5"/>
          </p:nvPr>
        </p:nvSpPr>
        <p:spPr/>
        <p:txBody>
          <a:bodyPr/>
          <a:lstStyle/>
          <a:p>
            <a:fld id="{8E09A365-A8D9-E040-9056-E7452C529351}" type="slidenum">
              <a:rPr lang="en-US" smtClean="0"/>
              <a:t>15</a:t>
            </a:fld>
            <a:endParaRPr lang="en-US"/>
          </a:p>
        </p:txBody>
      </p:sp>
    </p:spTree>
    <p:extLst>
      <p:ext uri="{BB962C8B-B14F-4D97-AF65-F5344CB8AC3E}">
        <p14:creationId xmlns:p14="http://schemas.microsoft.com/office/powerpoint/2010/main" val="719769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Wrap Up (1 min.)</a:t>
            </a:r>
          </a:p>
          <a:p>
            <a:pPr marL="171450" indent="-171450">
              <a:buFont typeface="Arial" panose="020B0604020202020204" pitchFamily="34" charset="0"/>
              <a:buChar char="•"/>
            </a:pP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Have students use the Turn and Talk Protocol to share one thing they learned or found interesting about the Painted Essay.</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Congratulate students on their work today. Explain that tomorrow they will use the Painted Essay structure to analyze a model informative/explanatory essay.</a:t>
            </a:r>
          </a:p>
          <a:p>
            <a:endParaRPr lang="en-US" sz="1200" kern="1200">
              <a:solidFill>
                <a:schemeClr val="tx1"/>
              </a:solidFill>
              <a:effectLst/>
              <a:latin typeface="+mn-lt"/>
              <a:ea typeface="MS PGothic" pitchFamily="34" charset="-128"/>
              <a:cs typeface="ＭＳ Ｐゴシック" charset="0"/>
            </a:endParaRPr>
          </a:p>
          <a:p>
            <a:r>
              <a:rPr lang="en-US" sz="1200" b="1" kern="1200">
                <a:solidFill>
                  <a:schemeClr val="tx1"/>
                </a:solidFill>
                <a:effectLst/>
                <a:latin typeface="+mn-lt"/>
                <a:ea typeface="MS PGothic" pitchFamily="34" charset="-128"/>
                <a:cs typeface="ＭＳ Ｐゴシック" charset="0"/>
              </a:rPr>
              <a:t>Formative Assessment: Look Fors</a:t>
            </a:r>
          </a:p>
          <a:p>
            <a:endParaRPr lang="en-US" sz="1200" kern="1200">
              <a:solidFill>
                <a:schemeClr val="tx1"/>
              </a:solidFill>
              <a:effectLst/>
              <a:latin typeface="+mn-lt"/>
              <a:ea typeface="MS PGothic" pitchFamily="34" charset="-128"/>
              <a:cs typeface="ＭＳ Ｐゴシック" charset="0"/>
            </a:endParaRPr>
          </a:p>
          <a:p>
            <a:r>
              <a:rPr lang="en-US" sz="1200" b="1" kern="1200">
                <a:solidFill>
                  <a:schemeClr val="tx1"/>
                </a:solidFill>
                <a:effectLst/>
                <a:latin typeface="+mn-lt"/>
                <a:ea typeface="MS PGothic" pitchFamily="34" charset="-128"/>
                <a:cs typeface="ＭＳ Ｐゴシック" charset="0"/>
              </a:rPr>
              <a:t>ASSESS: </a:t>
            </a:r>
            <a:r>
              <a:rPr lang="en-US" sz="1200" kern="1200">
                <a:solidFill>
                  <a:schemeClr val="tx1"/>
                </a:solidFill>
                <a:effectLst/>
                <a:latin typeface="+mn-lt"/>
                <a:ea typeface="MS PGothic" pitchFamily="34" charset="-128"/>
                <a:cs typeface="ＭＳ Ｐゴシック" charset="0"/>
              </a:rPr>
              <a:t>Prior to the next writing lesson, review students’ the Painted Essay Templates. Did students:</a:t>
            </a:r>
          </a:p>
          <a:p>
            <a:pPr marL="171450" indent="-171450">
              <a:buFont typeface="Wingdings" pitchFamily="2" charset="2"/>
              <a:buChar char="ü"/>
            </a:pPr>
            <a:r>
              <a:rPr lang="en-US" sz="1200" kern="1200">
                <a:solidFill>
                  <a:schemeClr val="tx1"/>
                </a:solidFill>
                <a:effectLst/>
                <a:latin typeface="+mn-lt"/>
                <a:ea typeface="MS PGothic" pitchFamily="34" charset="-128"/>
                <a:cs typeface="ＭＳ Ｐゴシック" charset="0"/>
              </a:rPr>
              <a:t>Correctly paint or color the different parts of the essay? </a:t>
            </a:r>
          </a:p>
          <a:p>
            <a:pPr marL="171450" indent="-171450">
              <a:buFont typeface="Wingdings" pitchFamily="2" charset="2"/>
              <a:buChar char="ü"/>
            </a:pPr>
            <a:r>
              <a:rPr lang="en-US" sz="1200" kern="1200">
                <a:solidFill>
                  <a:schemeClr val="tx1"/>
                </a:solidFill>
                <a:effectLst/>
                <a:latin typeface="+mn-lt"/>
                <a:ea typeface="MS PGothic" pitchFamily="34" charset="-128"/>
                <a:cs typeface="ＭＳ Ｐゴシック" charset="0"/>
              </a:rPr>
              <a:t>Correctly identify each part and its purpose in the essay?</a:t>
            </a:r>
          </a:p>
          <a:p>
            <a:pPr marL="171450" indent="-171450">
              <a:buFont typeface="Wingdings" pitchFamily="2" charset="2"/>
              <a:buChar char="ü"/>
            </a:pPr>
            <a:endParaRPr lang="en-US" sz="1200" kern="1200">
              <a:solidFill>
                <a:schemeClr val="tx1"/>
              </a:solidFill>
              <a:effectLst/>
              <a:latin typeface="+mn-lt"/>
              <a:ea typeface="MS PGothic" pitchFamily="34" charset="-128"/>
              <a:cs typeface="ＭＳ Ｐゴシック" charset="0"/>
            </a:endParaRPr>
          </a:p>
          <a:p>
            <a:r>
              <a:rPr lang="en-US" sz="1200" kern="1200">
                <a:solidFill>
                  <a:schemeClr val="tx1"/>
                </a:solidFill>
                <a:effectLst/>
                <a:latin typeface="+mn-lt"/>
                <a:ea typeface="MS PGothic" pitchFamily="34" charset="-128"/>
                <a:cs typeface="ＭＳ Ｐゴシック" charset="0"/>
              </a:rPr>
              <a:t>As needed, provide additional support during the next writing lesson.</a:t>
            </a:r>
          </a:p>
          <a:p>
            <a:endParaRPr lang="en-US" sz="1200" kern="1200">
              <a:solidFill>
                <a:schemeClr val="tx1"/>
              </a:solidFill>
              <a:effectLst/>
              <a:latin typeface="+mn-lt"/>
              <a:ea typeface="MS PGothic" pitchFamily="34" charset="-128"/>
              <a:cs typeface="ＭＳ Ｐゴシック" charset="0"/>
            </a:endParaRPr>
          </a:p>
          <a:p>
            <a:r>
              <a:rPr lang="en-US" sz="1200" kern="1200">
                <a:solidFill>
                  <a:schemeClr val="tx1"/>
                </a:solidFill>
                <a:effectLst/>
                <a:latin typeface="+mn-lt"/>
                <a:ea typeface="MS PGothic" pitchFamily="34" charset="-128"/>
                <a:cs typeface="ＭＳ Ｐゴシック" charset="0"/>
              </a:rPr>
              <a:t>Have students save their templates of the Painted Essay to refer to throughout the school year. If possible, laminate the templates or put them in a sheet protector.</a:t>
            </a:r>
          </a:p>
          <a:p>
            <a:endParaRPr lang="en-US" sz="1200"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16</a:t>
            </a:fld>
            <a:endParaRPr lang="en-US"/>
          </a:p>
        </p:txBody>
      </p:sp>
    </p:spTree>
    <p:extLst>
      <p:ext uri="{BB962C8B-B14F-4D97-AF65-F5344CB8AC3E}">
        <p14:creationId xmlns:p14="http://schemas.microsoft.com/office/powerpoint/2010/main" val="26455259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E09A365-A8D9-E040-9056-E7452C529351}" type="slidenum">
              <a:rPr lang="en-US" smtClean="0"/>
              <a:t>17</a:t>
            </a:fld>
            <a:endParaRPr lang="en-US"/>
          </a:p>
        </p:txBody>
      </p:sp>
    </p:spTree>
    <p:extLst>
      <p:ext uri="{BB962C8B-B14F-4D97-AF65-F5344CB8AC3E}">
        <p14:creationId xmlns:p14="http://schemas.microsoft.com/office/powerpoint/2010/main" val="3925918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2-5 Writing Opening Slide">
    <p:spTree>
      <p:nvGrpSpPr>
        <p:cNvPr id="1" name=""/>
        <p:cNvGrpSpPr/>
        <p:nvPr/>
      </p:nvGrpSpPr>
      <p:grpSpPr>
        <a:xfrm>
          <a:off x="0" y="0"/>
          <a:ext cx="0" cy="0"/>
          <a:chOff x="0" y="0"/>
          <a:chExt cx="0" cy="0"/>
        </a:xfrm>
      </p:grpSpPr>
      <p:sp>
        <p:nvSpPr>
          <p:cNvPr id="10" name="Text Placeholder 17">
            <a:extLst>
              <a:ext uri="{FF2B5EF4-FFF2-40B4-BE49-F238E27FC236}">
                <a16:creationId xmlns:a16="http://schemas.microsoft.com/office/drawing/2014/main" id="{09392C31-B614-0718-F47E-5C21F02A0A48}"/>
              </a:ext>
            </a:extLst>
          </p:cNvPr>
          <p:cNvSpPr>
            <a:spLocks noGrp="1"/>
          </p:cNvSpPr>
          <p:nvPr>
            <p:ph type="body" sz="quarter" idx="13" hasCustomPrompt="1"/>
          </p:nvPr>
        </p:nvSpPr>
        <p:spPr>
          <a:xfrm>
            <a:off x="2623172" y="2575560"/>
            <a:ext cx="7101628" cy="1772920"/>
          </a:xfrm>
          <a:prstGeom prst="rect">
            <a:avLst/>
          </a:prstGeom>
        </p:spPr>
        <p:txBody>
          <a:bodyPr lIns="0"/>
          <a:lstStyle>
            <a:lvl1pPr marL="0" indent="0">
              <a:buNone/>
              <a:defRPr sz="5400" b="1" i="0">
                <a:latin typeface="Verdana" panose="020B0604030504040204" pitchFamily="34" charset="0"/>
                <a:ea typeface="Verdana" panose="020B0604030504040204" pitchFamily="34" charset="0"/>
                <a:cs typeface="Verdana" panose="020B0604030504040204" pitchFamily="34" charset="0"/>
              </a:defRPr>
            </a:lvl1pPr>
          </a:lstStyle>
          <a:p>
            <a:r>
              <a:rPr lang="en-US"/>
              <a:t>Title</a:t>
            </a:r>
          </a:p>
        </p:txBody>
      </p:sp>
    </p:spTree>
    <p:extLst>
      <p:ext uri="{BB962C8B-B14F-4D97-AF65-F5344CB8AC3E}">
        <p14:creationId xmlns:p14="http://schemas.microsoft.com/office/powerpoint/2010/main" val="7677939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sson Outcomes 2 Writing">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29AF56B8-0362-E6A6-AE0A-2C542505B937}"/>
              </a:ext>
            </a:extLst>
          </p:cNvPr>
          <p:cNvSpPr>
            <a:spLocks noGrp="1"/>
          </p:cNvSpPr>
          <p:nvPr>
            <p:ph type="body" sz="quarter" idx="13" hasCustomPrompt="1"/>
          </p:nvPr>
        </p:nvSpPr>
        <p:spPr>
          <a:xfrm>
            <a:off x="2343966" y="1780927"/>
            <a:ext cx="7252880" cy="4449484"/>
          </a:xfrm>
          <a:prstGeom prst="rect">
            <a:avLst/>
          </a:prstGeom>
        </p:spPr>
        <p:txBody>
          <a:bodyPr lIns="0" tIns="0"/>
          <a:lstStyle>
            <a:lvl1pPr marL="374904" marR="0" indent="-374904" algn="l" defTabSz="457189" rtl="0" eaLnBrk="1" fontAlgn="base" latinLnBrk="0" hangingPunct="1">
              <a:lnSpc>
                <a:spcPct val="100000"/>
              </a:lnSpc>
              <a:spcBef>
                <a:spcPts val="0"/>
              </a:spcBef>
              <a:spcAft>
                <a:spcPts val="1800"/>
              </a:spcAft>
              <a:buClr>
                <a:srgbClr val="99CA3D"/>
              </a:buClr>
              <a:buSzPct val="150000"/>
              <a:buFont typeface="Wingdings" pitchFamily="2" charset="2"/>
              <a:buChar char="ü"/>
              <a:tabLst/>
              <a:defRPr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Enter text here enter text here enter text here enter text here</a:t>
            </a:r>
          </a:p>
          <a:p>
            <a:pPr lvl="0"/>
            <a:r>
              <a:rPr lang="en-US"/>
              <a:t>Enter text here enter text here enter text here enter text here</a:t>
            </a:r>
          </a:p>
          <a:p>
            <a:pPr lvl="0"/>
            <a:r>
              <a:rPr lang="en-US"/>
              <a:t>Enter text here enter text here enter text here enter text here</a:t>
            </a:r>
          </a:p>
          <a:p>
            <a:pPr lvl="0"/>
            <a:r>
              <a:rPr lang="en-US"/>
              <a:t>Enter text here enter text here enter text here enter text here</a:t>
            </a:r>
          </a:p>
        </p:txBody>
      </p:sp>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343966" y="1222463"/>
            <a:ext cx="7101628" cy="469778"/>
          </a:xfrm>
          <a:prstGeom prst="rect">
            <a:avLst/>
          </a:prstGeom>
        </p:spPr>
        <p:txBody>
          <a:bodyPr lIns="0"/>
          <a:lstStyle>
            <a:lvl1pPr marL="0" indent="0">
              <a:buNone/>
              <a:defRPr sz="2500" b="1" i="0">
                <a:latin typeface="Verdana" panose="020B0604030504040204" pitchFamily="34" charset="0"/>
                <a:ea typeface="Verdana" panose="020B0604030504040204" pitchFamily="34" charset="0"/>
                <a:cs typeface="Verdana" panose="020B0604030504040204" pitchFamily="34" charset="0"/>
              </a:defRPr>
            </a:lvl1pPr>
          </a:lstStyle>
          <a:p>
            <a:r>
              <a:rPr lang="en-US"/>
              <a:t>In this lesson:</a:t>
            </a:r>
          </a:p>
        </p:txBody>
      </p:sp>
      <p:sp>
        <p:nvSpPr>
          <p:cNvPr id="11" name="TextBox 10">
            <a:extLst>
              <a:ext uri="{FF2B5EF4-FFF2-40B4-BE49-F238E27FC236}">
                <a16:creationId xmlns:a16="http://schemas.microsoft.com/office/drawing/2014/main" id="{96CA43D2-01E5-38AB-C90F-069463928110}"/>
              </a:ext>
            </a:extLst>
          </p:cNvPr>
          <p:cNvSpPr txBox="1"/>
          <p:nvPr userDrawn="1"/>
        </p:nvSpPr>
        <p:spPr>
          <a:xfrm>
            <a:off x="-4982227" y="1522113"/>
            <a:ext cx="4656550" cy="369332"/>
          </a:xfrm>
          <a:prstGeom prst="rect">
            <a:avLst/>
          </a:prstGeom>
          <a:noFill/>
        </p:spPr>
        <p:txBody>
          <a:bodyPr wrap="square">
            <a:spAutoFit/>
          </a:bodyPr>
          <a:lstStyle/>
          <a:p>
            <a:pPr lvl="0"/>
            <a:r>
              <a:rPr lang="en-US"/>
              <a:t> </a:t>
            </a:r>
          </a:p>
        </p:txBody>
      </p:sp>
      <p:pic>
        <p:nvPicPr>
          <p:cNvPr id="2" name="Picture 1">
            <a:extLst>
              <a:ext uri="{FF2B5EF4-FFF2-40B4-BE49-F238E27FC236}">
                <a16:creationId xmlns:a16="http://schemas.microsoft.com/office/drawing/2014/main" id="{6B93AE32-7810-4146-2EDC-06C5809F627C}"/>
              </a:ext>
            </a:extLst>
          </p:cNvPr>
          <p:cNvPicPr>
            <a:picLocks noChangeAspect="1"/>
          </p:cNvPicPr>
          <p:nvPr userDrawn="1"/>
        </p:nvPicPr>
        <p:blipFill>
          <a:blip r:embed="rId2"/>
          <a:srcRect/>
          <a:stretch/>
        </p:blipFill>
        <p:spPr>
          <a:xfrm rot="21058938">
            <a:off x="8836940" y="295604"/>
            <a:ext cx="4026098" cy="4653997"/>
          </a:xfrm>
          <a:prstGeom prst="rect">
            <a:avLst/>
          </a:prstGeom>
        </p:spPr>
      </p:pic>
      <p:sp>
        <p:nvSpPr>
          <p:cNvPr id="4" name="Text Placeholder 11">
            <a:extLst>
              <a:ext uri="{FF2B5EF4-FFF2-40B4-BE49-F238E27FC236}">
                <a16:creationId xmlns:a16="http://schemas.microsoft.com/office/drawing/2014/main" id="{E8F71126-5A81-E6CD-0FE2-1F080076F54A}"/>
              </a:ext>
            </a:extLst>
          </p:cNvPr>
          <p:cNvSpPr txBox="1">
            <a:spLocks/>
          </p:cNvSpPr>
          <p:nvPr userDrawn="1"/>
        </p:nvSpPr>
        <p:spPr>
          <a:xfrm>
            <a:off x="9864155" y="1763742"/>
            <a:ext cx="2327845" cy="1549592"/>
          </a:xfrm>
          <a:prstGeom prst="rect">
            <a:avLst/>
          </a:prstGeom>
        </p:spPr>
        <p:txBody>
          <a:bodyPr/>
          <a:lst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175" indent="0">
              <a:spcBef>
                <a:spcPts val="1600"/>
              </a:spcBef>
              <a:buNone/>
            </a:pP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Did you meet </a:t>
            </a:r>
            <a:b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your learning outcomes today? </a:t>
            </a:r>
          </a:p>
          <a:p>
            <a:pPr marL="3175" indent="0">
              <a:spcBef>
                <a:spcPts val="1600"/>
              </a:spcBef>
              <a:buNone/>
            </a:pP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How do you </a:t>
            </a:r>
            <a:b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know?</a:t>
            </a:r>
          </a:p>
        </p:txBody>
      </p:sp>
      <p:sp>
        <p:nvSpPr>
          <p:cNvPr id="7" name="Title 14">
            <a:extLst>
              <a:ext uri="{FF2B5EF4-FFF2-40B4-BE49-F238E27FC236}">
                <a16:creationId xmlns:a16="http://schemas.microsoft.com/office/drawing/2014/main" id="{58505E27-7250-229F-7129-7717EAAB09F6}"/>
              </a:ext>
            </a:extLst>
          </p:cNvPr>
          <p:cNvSpPr>
            <a:spLocks noGrp="1"/>
          </p:cNvSpPr>
          <p:nvPr>
            <p:ph type="title" hasCustomPrompt="1"/>
          </p:nvPr>
        </p:nvSpPr>
        <p:spPr>
          <a:xfrm>
            <a:off x="75143" y="80199"/>
            <a:ext cx="12007266"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Tree>
    <p:extLst>
      <p:ext uri="{BB962C8B-B14F-4D97-AF65-F5344CB8AC3E}">
        <p14:creationId xmlns:p14="http://schemas.microsoft.com/office/powerpoint/2010/main" val="4189844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 Outcomes 1 Writing">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29AF56B8-0362-E6A6-AE0A-2C542505B937}"/>
              </a:ext>
            </a:extLst>
          </p:cNvPr>
          <p:cNvSpPr>
            <a:spLocks noGrp="1"/>
          </p:cNvSpPr>
          <p:nvPr>
            <p:ph type="body" sz="quarter" idx="13" hasCustomPrompt="1"/>
          </p:nvPr>
        </p:nvSpPr>
        <p:spPr>
          <a:xfrm>
            <a:off x="2320467" y="1791201"/>
            <a:ext cx="7334491" cy="4449484"/>
          </a:xfrm>
          <a:prstGeom prst="rect">
            <a:avLst/>
          </a:prstGeom>
        </p:spPr>
        <p:txBody>
          <a:bodyPr lIns="0" tIns="0"/>
          <a:lstStyle>
            <a:lvl1pPr marL="525780" indent="-525780">
              <a:lnSpc>
                <a:spcPct val="100000"/>
              </a:lnSpc>
              <a:spcBef>
                <a:spcPts val="0"/>
              </a:spcBef>
              <a:spcAft>
                <a:spcPts val="1000"/>
              </a:spcAft>
              <a:buClr>
                <a:srgbClr val="7EB9DC"/>
              </a:buClr>
              <a:buSzPct val="150000"/>
              <a:buFont typeface=".Lucida Grande UI Regular"/>
              <a:buChar char="►"/>
              <a:defRPr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Enter text enter text enter text enter text enter text enter text enter text</a:t>
            </a:r>
          </a:p>
          <a:p>
            <a:pPr lvl="0"/>
            <a:r>
              <a:rPr lang="en-US"/>
              <a:t>Enter text enter text enter text enter text enter text enter text enter text</a:t>
            </a:r>
          </a:p>
          <a:p>
            <a:pPr lvl="0"/>
            <a:r>
              <a:rPr lang="en-US"/>
              <a:t>Enter text enter text enter text enter text enter text enter text enter text</a:t>
            </a:r>
          </a:p>
          <a:p>
            <a:pPr lvl="0"/>
            <a:r>
              <a:rPr lang="en-US"/>
              <a:t>Enter text enter text enter text enter text enter text enter text enter text</a:t>
            </a:r>
          </a:p>
          <a:p>
            <a:pPr lvl="0"/>
            <a:r>
              <a:rPr lang="en-US"/>
              <a:t>Enter text enter text enter text enter text enter text enter text enter text</a:t>
            </a:r>
          </a:p>
        </p:txBody>
      </p:sp>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343966" y="1232737"/>
            <a:ext cx="7101628" cy="469778"/>
          </a:xfrm>
          <a:prstGeom prst="rect">
            <a:avLst/>
          </a:prstGeom>
        </p:spPr>
        <p:txBody>
          <a:bodyPr lIns="0"/>
          <a:lstStyle>
            <a:lvl1pPr marL="0" indent="0">
              <a:buNone/>
              <a:defRPr sz="2500" b="1" i="0">
                <a:latin typeface="Verdana" panose="020B0604030504040204" pitchFamily="34" charset="0"/>
                <a:ea typeface="Verdana" panose="020B0604030504040204" pitchFamily="34" charset="0"/>
                <a:cs typeface="Verdana" panose="020B0604030504040204" pitchFamily="34" charset="0"/>
              </a:defRPr>
            </a:lvl1pPr>
          </a:lstStyle>
          <a:p>
            <a:r>
              <a:rPr lang="en-US"/>
              <a:t>In this lesson:</a:t>
            </a:r>
          </a:p>
        </p:txBody>
      </p:sp>
      <p:sp>
        <p:nvSpPr>
          <p:cNvPr id="11" name="TextBox 10">
            <a:extLst>
              <a:ext uri="{FF2B5EF4-FFF2-40B4-BE49-F238E27FC236}">
                <a16:creationId xmlns:a16="http://schemas.microsoft.com/office/drawing/2014/main" id="{96CA43D2-01E5-38AB-C90F-069463928110}"/>
              </a:ext>
            </a:extLst>
          </p:cNvPr>
          <p:cNvSpPr txBox="1"/>
          <p:nvPr userDrawn="1"/>
        </p:nvSpPr>
        <p:spPr>
          <a:xfrm>
            <a:off x="-4982227" y="1522113"/>
            <a:ext cx="4656550" cy="369332"/>
          </a:xfrm>
          <a:prstGeom prst="rect">
            <a:avLst/>
          </a:prstGeom>
          <a:noFill/>
        </p:spPr>
        <p:txBody>
          <a:bodyPr wrap="square">
            <a:spAutoFit/>
          </a:bodyPr>
          <a:lstStyle/>
          <a:p>
            <a:pPr lvl="0"/>
            <a:r>
              <a:rPr lang="en-US"/>
              <a:t> </a:t>
            </a:r>
          </a:p>
        </p:txBody>
      </p:sp>
      <p:sp>
        <p:nvSpPr>
          <p:cNvPr id="4" name="Title 14">
            <a:extLst>
              <a:ext uri="{FF2B5EF4-FFF2-40B4-BE49-F238E27FC236}">
                <a16:creationId xmlns:a16="http://schemas.microsoft.com/office/drawing/2014/main" id="{11D59A75-78E7-3DEB-38AA-6C0E765BEC6C}"/>
              </a:ext>
            </a:extLst>
          </p:cNvPr>
          <p:cNvSpPr>
            <a:spLocks noGrp="1"/>
          </p:cNvSpPr>
          <p:nvPr>
            <p:ph type="title" hasCustomPrompt="1"/>
          </p:nvPr>
        </p:nvSpPr>
        <p:spPr>
          <a:xfrm>
            <a:off x="75143" y="80199"/>
            <a:ext cx="12007266"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Tree>
    <p:extLst>
      <p:ext uri="{BB962C8B-B14F-4D97-AF65-F5344CB8AC3E}">
        <p14:creationId xmlns:p14="http://schemas.microsoft.com/office/powerpoint/2010/main" val="45658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and Body Text">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28EB5AD8-E53B-C1C0-4EA2-CC42FCB16BA4}"/>
              </a:ext>
            </a:extLst>
          </p:cNvPr>
          <p:cNvSpPr>
            <a:spLocks noGrp="1"/>
          </p:cNvSpPr>
          <p:nvPr>
            <p:ph type="body" sz="quarter" idx="13" hasCustomPrompt="1"/>
          </p:nvPr>
        </p:nvSpPr>
        <p:spPr>
          <a:xfrm>
            <a:off x="2689088" y="1477935"/>
            <a:ext cx="7153704" cy="444948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a:t>
            </a:r>
            <a:r>
              <a:rPr lang="en-US" err="1"/>
              <a:t>verdana</a:t>
            </a:r>
            <a:r>
              <a:rPr lang="en-US"/>
              <a:t>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a:t>
            </a:r>
          </a:p>
        </p:txBody>
      </p:sp>
      <p:sp>
        <p:nvSpPr>
          <p:cNvPr id="3" name="Text Placeholder 17">
            <a:extLst>
              <a:ext uri="{FF2B5EF4-FFF2-40B4-BE49-F238E27FC236}">
                <a16:creationId xmlns:a16="http://schemas.microsoft.com/office/drawing/2014/main" id="{C2317B0E-C30E-673F-2CBD-E49AF77937D3}"/>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6" name="Title 14">
            <a:extLst>
              <a:ext uri="{FF2B5EF4-FFF2-40B4-BE49-F238E27FC236}">
                <a16:creationId xmlns:a16="http://schemas.microsoft.com/office/drawing/2014/main" id="{497311C2-3BA3-9727-C896-E2908AE8A65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7" name="Text Placeholder 19">
            <a:extLst>
              <a:ext uri="{FF2B5EF4-FFF2-40B4-BE49-F238E27FC236}">
                <a16:creationId xmlns:a16="http://schemas.microsoft.com/office/drawing/2014/main" id="{7395C39F-312E-3023-51E8-507699D0B44B}"/>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8" name="Text Placeholder 3">
            <a:extLst>
              <a:ext uri="{FF2B5EF4-FFF2-40B4-BE49-F238E27FC236}">
                <a16:creationId xmlns:a16="http://schemas.microsoft.com/office/drawing/2014/main" id="{515E2454-B235-0178-A6B5-9B686BA9E058}"/>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9" name="Text Placeholder 3">
            <a:extLst>
              <a:ext uri="{FF2B5EF4-FFF2-40B4-BE49-F238E27FC236}">
                <a16:creationId xmlns:a16="http://schemas.microsoft.com/office/drawing/2014/main" id="{2453F05E-27EE-786A-EF74-F52A465CC33C}"/>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4" name="Text Placeholder 11">
            <a:extLst>
              <a:ext uri="{FF2B5EF4-FFF2-40B4-BE49-F238E27FC236}">
                <a16:creationId xmlns:a16="http://schemas.microsoft.com/office/drawing/2014/main" id="{0D7CBB68-3233-26BD-423B-6741CBB4E86E}"/>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3028136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 Text">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28EB5AD8-E53B-C1C0-4EA2-CC42FCB16BA4}"/>
              </a:ext>
            </a:extLst>
          </p:cNvPr>
          <p:cNvSpPr>
            <a:spLocks noGrp="1"/>
          </p:cNvSpPr>
          <p:nvPr>
            <p:ph type="body" sz="quarter" idx="13" hasCustomPrompt="1"/>
          </p:nvPr>
        </p:nvSpPr>
        <p:spPr>
          <a:xfrm>
            <a:off x="2689088" y="871116"/>
            <a:ext cx="7153704" cy="5056303"/>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Verdana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a:t>
            </a:r>
          </a:p>
        </p:txBody>
      </p:sp>
      <p:sp>
        <p:nvSpPr>
          <p:cNvPr id="4" name="Title 14">
            <a:extLst>
              <a:ext uri="{FF2B5EF4-FFF2-40B4-BE49-F238E27FC236}">
                <a16:creationId xmlns:a16="http://schemas.microsoft.com/office/drawing/2014/main" id="{EA1373A6-B005-1425-929C-3847B847F5B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2D3C6F20-91BA-9E94-CAB3-B199EE717C8C}"/>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77D341ED-A593-9564-4549-5D9C86769709}"/>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9" name="Text Placeholder 3">
            <a:extLst>
              <a:ext uri="{FF2B5EF4-FFF2-40B4-BE49-F238E27FC236}">
                <a16:creationId xmlns:a16="http://schemas.microsoft.com/office/drawing/2014/main" id="{98730D8F-F580-7E01-3AC7-4A6822D7CE86}"/>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10" name="Text Placeholder 11">
            <a:extLst>
              <a:ext uri="{FF2B5EF4-FFF2-40B4-BE49-F238E27FC236}">
                <a16:creationId xmlns:a16="http://schemas.microsoft.com/office/drawing/2014/main" id="{7DA3AAA6-7673-EEF0-C2B4-3A0117FF5C2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45852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and Numbert List">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79553247-2731-1AEC-D2B8-C0D11CFF2D48}"/>
              </a:ext>
            </a:extLst>
          </p:cNvPr>
          <p:cNvSpPr>
            <a:spLocks noGrp="1"/>
          </p:cNvSpPr>
          <p:nvPr>
            <p:ph type="body" sz="quarter" idx="13" hasCustomPrompt="1"/>
          </p:nvPr>
        </p:nvSpPr>
        <p:spPr>
          <a:xfrm>
            <a:off x="2689088" y="1477935"/>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This is a Number list</a:t>
            </a:r>
          </a:p>
          <a:p>
            <a:pPr lvl="0"/>
            <a:r>
              <a:rPr lang="en-US"/>
              <a:t>Font is Verdana</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p:txBody>
      </p:sp>
      <p:sp>
        <p:nvSpPr>
          <p:cNvPr id="11" name="Text Placeholder 17">
            <a:extLst>
              <a:ext uri="{FF2B5EF4-FFF2-40B4-BE49-F238E27FC236}">
                <a16:creationId xmlns:a16="http://schemas.microsoft.com/office/drawing/2014/main" id="{B13061D3-6CF4-55C7-8897-B00DB8878676}"/>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3" name="Title 14">
            <a:extLst>
              <a:ext uri="{FF2B5EF4-FFF2-40B4-BE49-F238E27FC236}">
                <a16:creationId xmlns:a16="http://schemas.microsoft.com/office/drawing/2014/main" id="{CB3FBA2A-12DF-0D77-41D7-923B0400C652}"/>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4" name="Text Placeholder 19">
            <a:extLst>
              <a:ext uri="{FF2B5EF4-FFF2-40B4-BE49-F238E27FC236}">
                <a16:creationId xmlns:a16="http://schemas.microsoft.com/office/drawing/2014/main" id="{E2861FAB-953A-FDD1-8090-65EE261837E2}"/>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4E751093-2C00-445C-8E8D-113C08992DE2}"/>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03C6C1E9-2695-B5A1-8667-09A0E2E6068F}"/>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9" name="Text Placeholder 11">
            <a:extLst>
              <a:ext uri="{FF2B5EF4-FFF2-40B4-BE49-F238E27FC236}">
                <a16:creationId xmlns:a16="http://schemas.microsoft.com/office/drawing/2014/main" id="{634E6F14-1967-F598-067B-88F746E2E16D}"/>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404466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and Bullet List">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DC1F8A2D-CE15-0C61-42F3-1A4F836CEF40}"/>
              </a:ext>
            </a:extLst>
          </p:cNvPr>
          <p:cNvSpPr>
            <a:spLocks noGrp="1"/>
          </p:cNvSpPr>
          <p:nvPr>
            <p:ph type="body" sz="quarter" idx="13" hasCustomPrompt="1"/>
          </p:nvPr>
        </p:nvSpPr>
        <p:spPr>
          <a:xfrm>
            <a:off x="2689088" y="1477935"/>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This is a Number list</a:t>
            </a:r>
          </a:p>
          <a:p>
            <a:pPr lvl="0"/>
            <a:r>
              <a:rPr lang="en-US"/>
              <a:t>Font is Verdana</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11" name="Text Placeholder 17">
            <a:extLst>
              <a:ext uri="{FF2B5EF4-FFF2-40B4-BE49-F238E27FC236}">
                <a16:creationId xmlns:a16="http://schemas.microsoft.com/office/drawing/2014/main" id="{280CE79D-B6BE-4DB6-4360-097A7A14B5FC}"/>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3" name="Title 14">
            <a:extLst>
              <a:ext uri="{FF2B5EF4-FFF2-40B4-BE49-F238E27FC236}">
                <a16:creationId xmlns:a16="http://schemas.microsoft.com/office/drawing/2014/main" id="{0215FCB0-98ED-38B3-CDF3-604C4DF19EA3}"/>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4" name="Text Placeholder 19">
            <a:extLst>
              <a:ext uri="{FF2B5EF4-FFF2-40B4-BE49-F238E27FC236}">
                <a16:creationId xmlns:a16="http://schemas.microsoft.com/office/drawing/2014/main" id="{DFDAE69D-DEE0-AFE3-AA17-C5C55D9DEE81}"/>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B4B8749E-65F4-57F3-A07A-F141E60159A0}"/>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B4486337-8E9A-1C97-7EFD-BE42D97FDEFA}"/>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9" name="Text Placeholder 11">
            <a:extLst>
              <a:ext uri="{FF2B5EF4-FFF2-40B4-BE49-F238E27FC236}">
                <a16:creationId xmlns:a16="http://schemas.microsoft.com/office/drawing/2014/main" id="{821804DB-C227-ECEC-ED0A-B3D1EC4E643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228982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 List No Annos">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0AD4F3FF-7E71-2D1A-C99D-93CBFDCA69B1}"/>
              </a:ext>
            </a:extLst>
          </p:cNvPr>
          <p:cNvSpPr>
            <a:spLocks noGrp="1"/>
          </p:cNvSpPr>
          <p:nvPr>
            <p:ph type="body" sz="quarter" idx="13" hasCustomPrompt="1"/>
          </p:nvPr>
        </p:nvSpPr>
        <p:spPr>
          <a:xfrm>
            <a:off x="2689088" y="871117"/>
            <a:ext cx="7153704" cy="3331232"/>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3" name="Title 14">
            <a:extLst>
              <a:ext uri="{FF2B5EF4-FFF2-40B4-BE49-F238E27FC236}">
                <a16:creationId xmlns:a16="http://schemas.microsoft.com/office/drawing/2014/main" id="{4EC01AC2-53A6-FFD5-0D16-E397347C1F6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0D714FD7-5122-644F-694C-5D14B97ACC44}"/>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3">
            <a:extLst>
              <a:ext uri="{FF2B5EF4-FFF2-40B4-BE49-F238E27FC236}">
                <a16:creationId xmlns:a16="http://schemas.microsoft.com/office/drawing/2014/main" id="{35946CDD-9171-7BC2-8A20-3017F082C5AA}"/>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E63EC498-EC38-F861-2B82-40A7B6435B96}"/>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10" name="Text Placeholder 11">
            <a:extLst>
              <a:ext uri="{FF2B5EF4-FFF2-40B4-BE49-F238E27FC236}">
                <a16:creationId xmlns:a16="http://schemas.microsoft.com/office/drawing/2014/main" id="{0D9C749E-2778-B5C6-0AFA-410B1FCB2F7A}"/>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407534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 List With Annos Annos">
    <p:spTree>
      <p:nvGrpSpPr>
        <p:cNvPr id="1" name=""/>
        <p:cNvGrpSpPr/>
        <p:nvPr/>
      </p:nvGrpSpPr>
      <p:grpSpPr>
        <a:xfrm>
          <a:off x="0" y="0"/>
          <a:ext cx="0" cy="0"/>
          <a:chOff x="0" y="0"/>
          <a:chExt cx="0" cy="0"/>
        </a:xfrm>
      </p:grpSpPr>
      <p:sp>
        <p:nvSpPr>
          <p:cNvPr id="7" name="Text Placeholder 20">
            <a:extLst>
              <a:ext uri="{FF2B5EF4-FFF2-40B4-BE49-F238E27FC236}">
                <a16:creationId xmlns:a16="http://schemas.microsoft.com/office/drawing/2014/main" id="{3914672E-D783-0C47-D09F-FF465B48C0A7}"/>
              </a:ext>
            </a:extLst>
          </p:cNvPr>
          <p:cNvSpPr>
            <a:spLocks noGrp="1"/>
          </p:cNvSpPr>
          <p:nvPr>
            <p:ph type="body" sz="quarter" idx="20" hasCustomPrompt="1"/>
          </p:nvPr>
        </p:nvSpPr>
        <p:spPr>
          <a:xfrm>
            <a:off x="3072088" y="5006824"/>
            <a:ext cx="6770704" cy="957171"/>
          </a:xfrm>
          <a:prstGeom prst="rect">
            <a:avLst/>
          </a:prstGeom>
        </p:spPr>
        <p:txBody>
          <a:bodyPr lIns="0" anchor="b" anchorCtr="0"/>
          <a:lstStyle>
            <a:lvl1pPr marL="0" indent="0">
              <a:lnSpc>
                <a:spcPts val="1700"/>
              </a:lnSpc>
              <a:spcBef>
                <a:spcPts val="1200"/>
              </a:spcBef>
              <a:buFont typeface="+mj-lt"/>
              <a:buNone/>
              <a:defRPr sz="1300" b="0" i="0">
                <a:solidFill>
                  <a:srgbClr val="0070C0"/>
                </a:solidFill>
                <a:latin typeface="Comic Sans MS" panose="030F0902030302020204" pitchFamily="66" charset="0"/>
              </a:defRPr>
            </a:lvl1pPr>
          </a:lstStyle>
          <a:p>
            <a:pPr lvl="0"/>
            <a:r>
              <a:rPr lang="en-US"/>
              <a:t>Answer: [insert answer prompts]. Change font for “Answer” to Century </a:t>
            </a:r>
            <a:r>
              <a:rPr lang="en-US" err="1"/>
              <a:t>Gothing</a:t>
            </a:r>
            <a:r>
              <a:rPr lang="en-US"/>
              <a:t> + bold (manual change). 13pt 17pt leading, 12pt space after.</a:t>
            </a:r>
          </a:p>
          <a:p>
            <a:pPr lvl="0"/>
            <a:r>
              <a:rPr lang="en-US"/>
              <a:t>This box adjust in height upward. </a:t>
            </a:r>
          </a:p>
          <a:p>
            <a:pPr lvl="0"/>
            <a:r>
              <a:rPr lang="en-US"/>
              <a:t>Do not overset text. </a:t>
            </a:r>
          </a:p>
          <a:p>
            <a:pPr lvl="0"/>
            <a:r>
              <a:rPr lang="en-US"/>
              <a:t>Do not make text box wider as it aligns with the question above.</a:t>
            </a:r>
          </a:p>
          <a:p>
            <a:pPr lvl="0"/>
            <a:r>
              <a:rPr lang="en-US"/>
              <a:t>Do not make font smaller</a:t>
            </a:r>
          </a:p>
          <a:p>
            <a:pPr lvl="0"/>
            <a:r>
              <a:rPr lang="en-US"/>
              <a:t>This is all the room you have for text </a:t>
            </a:r>
          </a:p>
        </p:txBody>
      </p:sp>
      <p:sp>
        <p:nvSpPr>
          <p:cNvPr id="10" name="Text Placeholder 20">
            <a:extLst>
              <a:ext uri="{FF2B5EF4-FFF2-40B4-BE49-F238E27FC236}">
                <a16:creationId xmlns:a16="http://schemas.microsoft.com/office/drawing/2014/main" id="{45EFF46D-7BD7-0910-3216-6699B62943AE}"/>
              </a:ext>
            </a:extLst>
          </p:cNvPr>
          <p:cNvSpPr>
            <a:spLocks noGrp="1"/>
          </p:cNvSpPr>
          <p:nvPr>
            <p:ph type="body" sz="quarter" idx="13" hasCustomPrompt="1"/>
          </p:nvPr>
        </p:nvSpPr>
        <p:spPr>
          <a:xfrm>
            <a:off x="2689088" y="871117"/>
            <a:ext cx="7153704" cy="3331232"/>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3" name="Title 14">
            <a:extLst>
              <a:ext uri="{FF2B5EF4-FFF2-40B4-BE49-F238E27FC236}">
                <a16:creationId xmlns:a16="http://schemas.microsoft.com/office/drawing/2014/main" id="{57AC486E-F009-C24C-95AD-8BCDA5CE5590}"/>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E7956CF9-4B04-C313-A613-5E62E3638557}"/>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3">
            <a:extLst>
              <a:ext uri="{FF2B5EF4-FFF2-40B4-BE49-F238E27FC236}">
                <a16:creationId xmlns:a16="http://schemas.microsoft.com/office/drawing/2014/main" id="{103E387F-D7DE-4FD1-391D-82CAF5403640}"/>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9" name="Text Placeholder 3">
            <a:extLst>
              <a:ext uri="{FF2B5EF4-FFF2-40B4-BE49-F238E27FC236}">
                <a16:creationId xmlns:a16="http://schemas.microsoft.com/office/drawing/2014/main" id="{CF7834AE-26DF-EF5B-6D78-7CDDE5D44167}"/>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11" name="Text Placeholder 11">
            <a:extLst>
              <a:ext uri="{FF2B5EF4-FFF2-40B4-BE49-F238E27FC236}">
                <a16:creationId xmlns:a16="http://schemas.microsoft.com/office/drawing/2014/main" id="{C50F3A53-4AE7-0D2D-699B-C7C00B1EEDA8}"/>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45772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24" name="Picture Placeholder 22">
            <a:extLst>
              <a:ext uri="{FF2B5EF4-FFF2-40B4-BE49-F238E27FC236}">
                <a16:creationId xmlns:a16="http://schemas.microsoft.com/office/drawing/2014/main" id="{ED90FDD6-CA22-376E-52FC-FF2563182A9C}"/>
              </a:ext>
            </a:extLst>
          </p:cNvPr>
          <p:cNvSpPr>
            <a:spLocks noGrp="1"/>
          </p:cNvSpPr>
          <p:nvPr>
            <p:ph type="pic" sz="quarter" idx="13"/>
          </p:nvPr>
        </p:nvSpPr>
        <p:spPr>
          <a:xfrm>
            <a:off x="2625725" y="884861"/>
            <a:ext cx="7216775" cy="4847588"/>
          </a:xfrm>
          <a:prstGeom prst="rect">
            <a:avLst/>
          </a:prstGeom>
          <a:solidFill>
            <a:schemeClr val="bg1">
              <a:lumMod val="95000"/>
            </a:schemeClr>
          </a:solidFill>
        </p:spPr>
        <p:txBody>
          <a:bodyPr/>
          <a:lstStyle/>
          <a:p>
            <a:endParaRPr lang="en-US"/>
          </a:p>
        </p:txBody>
      </p:sp>
      <p:sp>
        <p:nvSpPr>
          <p:cNvPr id="3" name="Title 14">
            <a:extLst>
              <a:ext uri="{FF2B5EF4-FFF2-40B4-BE49-F238E27FC236}">
                <a16:creationId xmlns:a16="http://schemas.microsoft.com/office/drawing/2014/main" id="{916B364A-8930-8989-39F4-EAFD35D7E3F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4" name="Text Placeholder 19">
            <a:extLst>
              <a:ext uri="{FF2B5EF4-FFF2-40B4-BE49-F238E27FC236}">
                <a16:creationId xmlns:a16="http://schemas.microsoft.com/office/drawing/2014/main" id="{358F32AB-6F51-27E3-DC38-3A0FF6AB63F2}"/>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249E9DA9-B432-8169-0A2D-7FA7F175FA8E}"/>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F6151FB6-09E2-E98B-3718-6F6AE4681614}"/>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9" name="Text Placeholder 11">
            <a:extLst>
              <a:ext uri="{FF2B5EF4-FFF2-40B4-BE49-F238E27FC236}">
                <a16:creationId xmlns:a16="http://schemas.microsoft.com/office/drawing/2014/main" id="{27EEB31A-D29D-27DB-FF2D-B4A11695854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7439881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with Bulleted List">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0E900C87-D37C-2072-64B1-81C433FA8C1F}"/>
              </a:ext>
            </a:extLst>
          </p:cNvPr>
          <p:cNvSpPr>
            <a:spLocks noGrp="1"/>
          </p:cNvSpPr>
          <p:nvPr>
            <p:ph type="body" sz="quarter" idx="13" hasCustomPrompt="1"/>
          </p:nvPr>
        </p:nvSpPr>
        <p:spPr>
          <a:xfrm>
            <a:off x="2689088" y="1745059"/>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This is a Number list</a:t>
            </a:r>
          </a:p>
          <a:p>
            <a:pPr lvl="0"/>
            <a:r>
              <a:rPr lang="en-US"/>
              <a:t>Font is Verdana</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10" name="Text Placeholder 17">
            <a:extLst>
              <a:ext uri="{FF2B5EF4-FFF2-40B4-BE49-F238E27FC236}">
                <a16:creationId xmlns:a16="http://schemas.microsoft.com/office/drawing/2014/main" id="{E0D3E02F-388E-EAE5-255D-592573A55AB6}"/>
              </a:ext>
            </a:extLst>
          </p:cNvPr>
          <p:cNvSpPr>
            <a:spLocks noGrp="1"/>
          </p:cNvSpPr>
          <p:nvPr>
            <p:ph type="body" sz="quarter" idx="14" hasCustomPrompt="1"/>
          </p:nvPr>
        </p:nvSpPr>
        <p:spPr>
          <a:xfrm>
            <a:off x="2689497" y="1175020"/>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2" name="Title 14">
            <a:extLst>
              <a:ext uri="{FF2B5EF4-FFF2-40B4-BE49-F238E27FC236}">
                <a16:creationId xmlns:a16="http://schemas.microsoft.com/office/drawing/2014/main" id="{F5F48B49-31AC-D98C-D5B8-CCF5FFCC10F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28187AE4-3B73-99D6-289C-20394EE74546}"/>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E03F6106-A17F-9AE5-AC02-62FA3BA276F6}"/>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3055613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with Body Text">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8B6E3F34-F251-6A97-68D4-6EABD4188F2D}"/>
              </a:ext>
            </a:extLst>
          </p:cNvPr>
          <p:cNvSpPr>
            <a:spLocks noGrp="1"/>
          </p:cNvSpPr>
          <p:nvPr>
            <p:ph type="body" sz="quarter" idx="25" hasCustomPrompt="1"/>
          </p:nvPr>
        </p:nvSpPr>
        <p:spPr>
          <a:xfrm>
            <a:off x="2689088" y="1745060"/>
            <a:ext cx="7153704" cy="444948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a:t>
            </a:r>
            <a:r>
              <a:rPr lang="en-US" err="1"/>
              <a:t>verdana</a:t>
            </a:r>
            <a:r>
              <a:rPr lang="en-US"/>
              <a:t>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a:t>
            </a:r>
          </a:p>
        </p:txBody>
      </p:sp>
      <p:sp>
        <p:nvSpPr>
          <p:cNvPr id="8" name="Text Placeholder 17">
            <a:extLst>
              <a:ext uri="{FF2B5EF4-FFF2-40B4-BE49-F238E27FC236}">
                <a16:creationId xmlns:a16="http://schemas.microsoft.com/office/drawing/2014/main" id="{D645BA33-BED6-679D-4CCC-F2D5719A50D1}"/>
              </a:ext>
            </a:extLst>
          </p:cNvPr>
          <p:cNvSpPr>
            <a:spLocks noGrp="1"/>
          </p:cNvSpPr>
          <p:nvPr>
            <p:ph type="body" sz="quarter" idx="26" hasCustomPrompt="1"/>
          </p:nvPr>
        </p:nvSpPr>
        <p:spPr>
          <a:xfrm>
            <a:off x="2689497" y="1175021"/>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2" name="Title 14">
            <a:extLst>
              <a:ext uri="{FF2B5EF4-FFF2-40B4-BE49-F238E27FC236}">
                <a16:creationId xmlns:a16="http://schemas.microsoft.com/office/drawing/2014/main" id="{C7E10617-7F16-AF90-D7EF-9B76E8DD0C1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62389149-6432-79DD-6099-7979358A5DA3}"/>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18030947-61E0-B1B8-5F7F-B55E571C7BE7}"/>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9960556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2-5 Sample Modeling Writing - Body Text">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8B6E3F34-F251-6A97-68D4-6EABD4188F2D}"/>
              </a:ext>
            </a:extLst>
          </p:cNvPr>
          <p:cNvSpPr>
            <a:spLocks noGrp="1"/>
          </p:cNvSpPr>
          <p:nvPr>
            <p:ph type="body" sz="quarter" idx="25" hasCustomPrompt="1"/>
          </p:nvPr>
        </p:nvSpPr>
        <p:spPr>
          <a:xfrm>
            <a:off x="2689088" y="1284270"/>
            <a:ext cx="7153704" cy="491027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Verdana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a:t>
            </a:r>
          </a:p>
        </p:txBody>
      </p:sp>
      <p:sp>
        <p:nvSpPr>
          <p:cNvPr id="2" name="Title 14">
            <a:extLst>
              <a:ext uri="{FF2B5EF4-FFF2-40B4-BE49-F238E27FC236}">
                <a16:creationId xmlns:a16="http://schemas.microsoft.com/office/drawing/2014/main" id="{1D1691DF-E680-788E-2197-E53CE60EF73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22B42E2D-6BB6-50F9-79C9-F880F0E2C6BA}"/>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4993C5ED-BC1A-A4B6-C3F2-3EB443FC2D70}"/>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1846347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p:spTree>
      <p:nvGrpSpPr>
        <p:cNvPr id="1" name=""/>
        <p:cNvGrpSpPr/>
        <p:nvPr/>
      </p:nvGrpSpPr>
      <p:grpSpPr>
        <a:xfrm>
          <a:off x="0" y="0"/>
          <a:ext cx="0" cy="0"/>
          <a:chOff x="0" y="0"/>
          <a:chExt cx="0" cy="0"/>
        </a:xfrm>
      </p:grpSpPr>
      <p:sp>
        <p:nvSpPr>
          <p:cNvPr id="8" name="Text Placeholder 17">
            <a:extLst>
              <a:ext uri="{FF2B5EF4-FFF2-40B4-BE49-F238E27FC236}">
                <a16:creationId xmlns:a16="http://schemas.microsoft.com/office/drawing/2014/main" id="{D645BA33-BED6-679D-4CCC-F2D5719A50D1}"/>
              </a:ext>
            </a:extLst>
          </p:cNvPr>
          <p:cNvSpPr>
            <a:spLocks noGrp="1"/>
          </p:cNvSpPr>
          <p:nvPr>
            <p:ph type="body" sz="quarter" idx="26" hasCustomPrompt="1"/>
          </p:nvPr>
        </p:nvSpPr>
        <p:spPr>
          <a:xfrm>
            <a:off x="2689497" y="1175021"/>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2" name="Title 14">
            <a:extLst>
              <a:ext uri="{FF2B5EF4-FFF2-40B4-BE49-F238E27FC236}">
                <a16:creationId xmlns:a16="http://schemas.microsoft.com/office/drawing/2014/main" id="{480F0C35-C682-FFA9-0BE4-666DB25D55BD}"/>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019E10B0-BE3E-4951-02F0-FCCCC15757CC}"/>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3B8D2015-2819-B7D5-F3C5-0978A57C38A3}"/>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882848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2-5 Sample Modeling Writing - Number List With Annos Annos">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1C613037-2D14-FD58-2F58-4910BE6CDF0E}"/>
              </a:ext>
            </a:extLst>
          </p:cNvPr>
          <p:cNvSpPr>
            <a:spLocks noGrp="1"/>
          </p:cNvSpPr>
          <p:nvPr>
            <p:ph type="body" sz="quarter" idx="15" hasCustomPrompt="1"/>
          </p:nvPr>
        </p:nvSpPr>
        <p:spPr>
          <a:xfrm>
            <a:off x="2689088" y="1150855"/>
            <a:ext cx="7153704" cy="1446859"/>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sz="200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p:txBody>
      </p:sp>
      <p:sp>
        <p:nvSpPr>
          <p:cNvPr id="10" name="Text Placeholder 20">
            <a:extLst>
              <a:ext uri="{FF2B5EF4-FFF2-40B4-BE49-F238E27FC236}">
                <a16:creationId xmlns:a16="http://schemas.microsoft.com/office/drawing/2014/main" id="{485D38BF-04C1-2BC1-5264-43A595FDB61F}"/>
              </a:ext>
            </a:extLst>
          </p:cNvPr>
          <p:cNvSpPr>
            <a:spLocks noGrp="1"/>
          </p:cNvSpPr>
          <p:nvPr>
            <p:ph type="body" sz="quarter" idx="20" hasCustomPrompt="1"/>
          </p:nvPr>
        </p:nvSpPr>
        <p:spPr>
          <a:xfrm>
            <a:off x="3072088" y="5263674"/>
            <a:ext cx="6770704" cy="957171"/>
          </a:xfrm>
          <a:prstGeom prst="rect">
            <a:avLst/>
          </a:prstGeom>
        </p:spPr>
        <p:txBody>
          <a:bodyPr lIns="0" anchor="b" anchorCtr="0"/>
          <a:lstStyle>
            <a:lvl1pPr marL="0" indent="0">
              <a:lnSpc>
                <a:spcPts val="1700"/>
              </a:lnSpc>
              <a:spcBef>
                <a:spcPts val="1200"/>
              </a:spcBef>
              <a:buFont typeface="+mj-lt"/>
              <a:buNone/>
              <a:defRPr sz="1300" b="0" i="0">
                <a:solidFill>
                  <a:srgbClr val="0070C0"/>
                </a:solidFill>
                <a:latin typeface="Comic Sans MS" panose="030F0902030302020204" pitchFamily="66" charset="0"/>
              </a:defRPr>
            </a:lvl1pPr>
          </a:lstStyle>
          <a:p>
            <a:pPr lvl="0"/>
            <a:r>
              <a:rPr lang="en-US"/>
              <a:t>Answer: [insert answer prompts]. Change font for “Answer” to Century </a:t>
            </a:r>
            <a:r>
              <a:rPr lang="en-US" err="1"/>
              <a:t>Gothing</a:t>
            </a:r>
            <a:r>
              <a:rPr lang="en-US"/>
              <a:t> + bold (manual change). 13pt 17pt leading, 12pt space after.</a:t>
            </a:r>
          </a:p>
          <a:p>
            <a:pPr lvl="0"/>
            <a:r>
              <a:rPr lang="en-US"/>
              <a:t>This box adjust in height upward. </a:t>
            </a:r>
          </a:p>
          <a:p>
            <a:pPr lvl="0"/>
            <a:r>
              <a:rPr lang="en-US"/>
              <a:t>Do not overset text. </a:t>
            </a:r>
          </a:p>
          <a:p>
            <a:pPr lvl="0"/>
            <a:r>
              <a:rPr lang="en-US"/>
              <a:t>Do not make text box wider as it aligns with the question above.</a:t>
            </a:r>
          </a:p>
          <a:p>
            <a:pPr lvl="0"/>
            <a:r>
              <a:rPr lang="en-US"/>
              <a:t>Do not make font smaller</a:t>
            </a:r>
          </a:p>
          <a:p>
            <a:pPr lvl="0"/>
            <a:r>
              <a:rPr lang="en-US"/>
              <a:t>This is all the room you have for text </a:t>
            </a:r>
          </a:p>
        </p:txBody>
      </p:sp>
      <p:sp>
        <p:nvSpPr>
          <p:cNvPr id="2" name="Title 14">
            <a:extLst>
              <a:ext uri="{FF2B5EF4-FFF2-40B4-BE49-F238E27FC236}">
                <a16:creationId xmlns:a16="http://schemas.microsoft.com/office/drawing/2014/main" id="{AC3352C4-1A19-BDF6-B79A-0CE226F94371}"/>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4BD6CE2F-06B3-2918-9F6D-554F5C6B8C70}"/>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FA953583-67E8-9559-A559-FB557C760D60}"/>
              </a:ext>
            </a:extLst>
          </p:cNvPr>
          <p:cNvSpPr>
            <a:spLocks noGrp="1"/>
          </p:cNvSpPr>
          <p:nvPr>
            <p:ph type="body" sz="quarter" idx="21"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21867670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2-5 Sample Modeling Writing - Image Only">
    <p:spTree>
      <p:nvGrpSpPr>
        <p:cNvPr id="1" name=""/>
        <p:cNvGrpSpPr/>
        <p:nvPr/>
      </p:nvGrpSpPr>
      <p:grpSpPr>
        <a:xfrm>
          <a:off x="0" y="0"/>
          <a:ext cx="0" cy="0"/>
          <a:chOff x="0" y="0"/>
          <a:chExt cx="0" cy="0"/>
        </a:xfrm>
      </p:grpSpPr>
      <p:sp>
        <p:nvSpPr>
          <p:cNvPr id="2" name="Picture Placeholder 22">
            <a:extLst>
              <a:ext uri="{FF2B5EF4-FFF2-40B4-BE49-F238E27FC236}">
                <a16:creationId xmlns:a16="http://schemas.microsoft.com/office/drawing/2014/main" id="{BBD4AF64-687D-341D-3526-1443CA27F500}"/>
              </a:ext>
            </a:extLst>
          </p:cNvPr>
          <p:cNvSpPr>
            <a:spLocks noGrp="1"/>
          </p:cNvSpPr>
          <p:nvPr>
            <p:ph type="pic" sz="quarter" idx="13"/>
          </p:nvPr>
        </p:nvSpPr>
        <p:spPr>
          <a:xfrm>
            <a:off x="2625725" y="1234183"/>
            <a:ext cx="7216775" cy="4847588"/>
          </a:xfrm>
          <a:prstGeom prst="rect">
            <a:avLst/>
          </a:prstGeom>
          <a:solidFill>
            <a:schemeClr val="bg1">
              <a:lumMod val="95000"/>
            </a:schemeClr>
          </a:solidFill>
        </p:spPr>
        <p:txBody>
          <a:bodyPr/>
          <a:lstStyle/>
          <a:p>
            <a:endParaRPr lang="en-US"/>
          </a:p>
        </p:txBody>
      </p:sp>
      <p:sp>
        <p:nvSpPr>
          <p:cNvPr id="3" name="Title 14">
            <a:extLst>
              <a:ext uri="{FF2B5EF4-FFF2-40B4-BE49-F238E27FC236}">
                <a16:creationId xmlns:a16="http://schemas.microsoft.com/office/drawing/2014/main" id="{ED022BFF-1CFC-C5B2-A5B2-20D186847543}"/>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99334D4B-4B02-EBBE-76F1-571DD5C4F157}"/>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B09EF9B6-89DD-D538-1E5E-9DC54BCC9842}"/>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1603415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slideLayout" Target="../slideLayouts/slideLayout13.xml"/><Relationship Id="rId7"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C33C81-EAF4-71F5-59C6-5B53C603EF81}"/>
              </a:ext>
            </a:extLst>
          </p:cNvPr>
          <p:cNvSpPr/>
          <p:nvPr userDrawn="1"/>
        </p:nvSpPr>
        <p:spPr>
          <a:xfrm>
            <a:off x="1859280" y="1229360"/>
            <a:ext cx="8392160" cy="5415279"/>
          </a:xfrm>
          <a:prstGeom prst="rect">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pic>
        <p:nvPicPr>
          <p:cNvPr id="3" name="Picture 2">
            <a:extLst>
              <a:ext uri="{FF2B5EF4-FFF2-40B4-BE49-F238E27FC236}">
                <a16:creationId xmlns:a16="http://schemas.microsoft.com/office/drawing/2014/main" id="{A9C027F4-83F5-9B24-9167-5124D10068AB}"/>
              </a:ext>
            </a:extLst>
          </p:cNvPr>
          <p:cNvPicPr>
            <a:picLocks noChangeAspect="1"/>
          </p:cNvPicPr>
          <p:nvPr userDrawn="1"/>
        </p:nvPicPr>
        <p:blipFill>
          <a:blip r:embed="rId3"/>
          <a:srcRect/>
          <a:stretch/>
        </p:blipFill>
        <p:spPr>
          <a:xfrm>
            <a:off x="3048" y="0"/>
            <a:ext cx="12185904" cy="6858000"/>
          </a:xfrm>
          <a:prstGeom prst="rect">
            <a:avLst/>
          </a:prstGeom>
        </p:spPr>
      </p:pic>
    </p:spTree>
    <p:extLst>
      <p:ext uri="{BB962C8B-B14F-4D97-AF65-F5344CB8AC3E}">
        <p14:creationId xmlns:p14="http://schemas.microsoft.com/office/powerpoint/2010/main" val="153884882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D326E-5D31-F9BB-CD8D-694DC93D32A2}"/>
              </a:ext>
            </a:extLst>
          </p:cNvPr>
          <p:cNvPicPr>
            <a:picLocks noChangeAspect="1"/>
          </p:cNvPicPr>
          <p:nvPr userDrawn="1"/>
        </p:nvPicPr>
        <p:blipFill>
          <a:blip r:embed="rId3"/>
          <a:srcRect/>
          <a:stretch/>
        </p:blipFill>
        <p:spPr>
          <a:xfrm>
            <a:off x="3048" y="3886"/>
            <a:ext cx="12185904" cy="6850228"/>
          </a:xfrm>
          <a:prstGeom prst="rect">
            <a:avLst/>
          </a:prstGeom>
        </p:spPr>
      </p:pic>
      <p:pic>
        <p:nvPicPr>
          <p:cNvPr id="5" name="Picture 4">
            <a:extLst>
              <a:ext uri="{FF2B5EF4-FFF2-40B4-BE49-F238E27FC236}">
                <a16:creationId xmlns:a16="http://schemas.microsoft.com/office/drawing/2014/main" id="{81438004-0EC6-F03E-96DE-671089747005}"/>
              </a:ext>
            </a:extLst>
          </p:cNvPr>
          <p:cNvPicPr>
            <a:picLocks noChangeAspect="1"/>
          </p:cNvPicPr>
          <p:nvPr userDrawn="1"/>
        </p:nvPicPr>
        <p:blipFill>
          <a:blip r:embed="rId4"/>
          <a:srcRect l="5186" r="5186"/>
          <a:stretch/>
        </p:blipFill>
        <p:spPr>
          <a:xfrm>
            <a:off x="638005" y="251647"/>
            <a:ext cx="10915989" cy="6858000"/>
          </a:xfrm>
          <a:prstGeom prst="rect">
            <a:avLst/>
          </a:prstGeom>
        </p:spPr>
      </p:pic>
      <p:sp>
        <p:nvSpPr>
          <p:cNvPr id="6" name="Rectangle 5">
            <a:extLst>
              <a:ext uri="{FF2B5EF4-FFF2-40B4-BE49-F238E27FC236}">
                <a16:creationId xmlns:a16="http://schemas.microsoft.com/office/drawing/2014/main" id="{29AC2D78-2876-1953-ECC6-05DFB64662D6}"/>
              </a:ext>
            </a:extLst>
          </p:cNvPr>
          <p:cNvSpPr/>
          <p:nvPr userDrawn="1"/>
        </p:nvSpPr>
        <p:spPr>
          <a:xfrm>
            <a:off x="2141316" y="1187871"/>
            <a:ext cx="7879844" cy="5055693"/>
          </a:xfrm>
          <a:prstGeom prst="rect">
            <a:avLst/>
          </a:prstGeom>
          <a:solidFill>
            <a:schemeClr val="bg1"/>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sp>
        <p:nvSpPr>
          <p:cNvPr id="7" name="Rectangle 6">
            <a:extLst>
              <a:ext uri="{FF2B5EF4-FFF2-40B4-BE49-F238E27FC236}">
                <a16:creationId xmlns:a16="http://schemas.microsoft.com/office/drawing/2014/main" id="{5D825444-1A8D-E118-81B0-C8D906C33C46}"/>
              </a:ext>
            </a:extLst>
          </p:cNvPr>
          <p:cNvSpPr/>
          <p:nvPr userDrawn="1"/>
        </p:nvSpPr>
        <p:spPr>
          <a:xfrm>
            <a:off x="0" y="-1"/>
            <a:ext cx="12192000" cy="447605"/>
          </a:xfrm>
          <a:prstGeom prst="rect">
            <a:avLst/>
          </a:prstGeom>
          <a:solidFill>
            <a:srgbClr val="7EB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71109327"/>
      </p:ext>
    </p:extLst>
  </p:cSld>
  <p:clrMap bg1="lt1" tx1="dk1" bg2="lt2" tx2="dk2" accent1="accent1" accent2="accent2" accent3="accent3" accent4="accent4" accent5="accent5" accent6="accent6" hlink="hlink" folHlink="folHlink"/>
  <p:sldLayoutIdLst>
    <p:sldLayoutId id="2147483658"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626497-C289-B546-AAF2-D2B0836A8081}"/>
              </a:ext>
            </a:extLst>
          </p:cNvPr>
          <p:cNvPicPr>
            <a:picLocks noChangeAspect="1"/>
          </p:cNvPicPr>
          <p:nvPr userDrawn="1"/>
        </p:nvPicPr>
        <p:blipFill>
          <a:blip r:embed="rId3"/>
          <a:srcRect/>
          <a:stretch/>
        </p:blipFill>
        <p:spPr>
          <a:xfrm>
            <a:off x="3048" y="3886"/>
            <a:ext cx="12185904" cy="6850228"/>
          </a:xfrm>
          <a:prstGeom prst="rect">
            <a:avLst/>
          </a:prstGeom>
        </p:spPr>
      </p:pic>
      <p:pic>
        <p:nvPicPr>
          <p:cNvPr id="7" name="Picture 6">
            <a:extLst>
              <a:ext uri="{FF2B5EF4-FFF2-40B4-BE49-F238E27FC236}">
                <a16:creationId xmlns:a16="http://schemas.microsoft.com/office/drawing/2014/main" id="{F44ED358-83D5-6CE7-9D87-03583351F2C0}"/>
              </a:ext>
            </a:extLst>
          </p:cNvPr>
          <p:cNvPicPr>
            <a:picLocks noChangeAspect="1"/>
          </p:cNvPicPr>
          <p:nvPr userDrawn="1"/>
        </p:nvPicPr>
        <p:blipFill>
          <a:blip r:embed="rId4"/>
          <a:srcRect l="5186" r="5186"/>
          <a:stretch/>
        </p:blipFill>
        <p:spPr>
          <a:xfrm>
            <a:off x="638005" y="251647"/>
            <a:ext cx="10915989" cy="6858000"/>
          </a:xfrm>
          <a:prstGeom prst="rect">
            <a:avLst/>
          </a:prstGeom>
        </p:spPr>
      </p:pic>
      <p:sp>
        <p:nvSpPr>
          <p:cNvPr id="8" name="Rectangle 7">
            <a:extLst>
              <a:ext uri="{FF2B5EF4-FFF2-40B4-BE49-F238E27FC236}">
                <a16:creationId xmlns:a16="http://schemas.microsoft.com/office/drawing/2014/main" id="{7DBAA7DC-228B-5B55-23CB-52A2ED2C1DE4}"/>
              </a:ext>
            </a:extLst>
          </p:cNvPr>
          <p:cNvSpPr/>
          <p:nvPr userDrawn="1"/>
        </p:nvSpPr>
        <p:spPr>
          <a:xfrm>
            <a:off x="2141316" y="1187871"/>
            <a:ext cx="7879844" cy="5055693"/>
          </a:xfrm>
          <a:prstGeom prst="rect">
            <a:avLst/>
          </a:prstGeom>
          <a:solidFill>
            <a:schemeClr val="bg1"/>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sp>
        <p:nvSpPr>
          <p:cNvPr id="9" name="Rectangle 8">
            <a:extLst>
              <a:ext uri="{FF2B5EF4-FFF2-40B4-BE49-F238E27FC236}">
                <a16:creationId xmlns:a16="http://schemas.microsoft.com/office/drawing/2014/main" id="{59FA7744-1870-D268-1059-65A7C9721675}"/>
              </a:ext>
            </a:extLst>
          </p:cNvPr>
          <p:cNvSpPr/>
          <p:nvPr userDrawn="1"/>
        </p:nvSpPr>
        <p:spPr>
          <a:xfrm>
            <a:off x="0" y="-1"/>
            <a:ext cx="12192000" cy="447605"/>
          </a:xfrm>
          <a:prstGeom prst="rect">
            <a:avLst/>
          </a:prstGeom>
          <a:solidFill>
            <a:srgbClr val="7EB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7029974"/>
      </p:ext>
    </p:extLst>
  </p:cSld>
  <p:clrMap bg1="lt1" tx1="dk1" bg2="lt2" tx2="dk2" accent1="accent1" accent2="accent2" accent3="accent3" accent4="accent4" accent5="accent5" accent6="accent6" hlink="hlink" folHlink="folHlink"/>
  <p:sldLayoutIdLst>
    <p:sldLayoutId id="2147483660"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414F8B-9D95-2849-1111-B217167EE7D1}"/>
              </a:ext>
            </a:extLst>
          </p:cNvPr>
          <p:cNvSpPr/>
          <p:nvPr userDrawn="1"/>
        </p:nvSpPr>
        <p:spPr>
          <a:xfrm>
            <a:off x="10145594" y="194164"/>
            <a:ext cx="2046406" cy="6858000"/>
          </a:xfrm>
          <a:prstGeom prst="rect">
            <a:avLst/>
          </a:prstGeom>
          <a:solidFill>
            <a:srgbClr val="E7E6E6">
              <a:alpha val="545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091849-E67B-6DCC-A7E5-01F055EFEE9C}"/>
              </a:ext>
            </a:extLst>
          </p:cNvPr>
          <p:cNvSpPr/>
          <p:nvPr userDrawn="1"/>
        </p:nvSpPr>
        <p:spPr>
          <a:xfrm>
            <a:off x="0" y="-1"/>
            <a:ext cx="12192000" cy="447605"/>
          </a:xfrm>
          <a:prstGeom prst="rect">
            <a:avLst/>
          </a:prstGeom>
          <a:solidFill>
            <a:srgbClr val="7EB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745546"/>
      </p:ext>
    </p:extLst>
  </p:cSld>
  <p:clrMap bg1="lt1" tx1="dk1" bg2="lt2" tx2="dk2" accent1="accent1" accent2="accent2" accent3="accent3" accent4="accent4" accent5="accent5" accent6="accent6" hlink="hlink" folHlink="folHlink"/>
  <p:sldLayoutIdLst>
    <p:sldLayoutId id="2147483650" r:id="rId1"/>
    <p:sldLayoutId id="2147483675" r:id="rId2"/>
    <p:sldLayoutId id="2147483651" r:id="rId3"/>
    <p:sldLayoutId id="2147483654" r:id="rId4"/>
    <p:sldLayoutId id="2147483652" r:id="rId5"/>
    <p:sldLayoutId id="2147483653" r:id="rId6"/>
    <p:sldLayoutId id="214748364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B6F209-FE18-F1C3-10C8-0BAB60ACCA08}"/>
              </a:ext>
            </a:extLst>
          </p:cNvPr>
          <p:cNvSpPr/>
          <p:nvPr userDrawn="1"/>
        </p:nvSpPr>
        <p:spPr>
          <a:xfrm>
            <a:off x="0" y="-1"/>
            <a:ext cx="12192000" cy="447605"/>
          </a:xfrm>
          <a:prstGeom prst="rect">
            <a:avLst/>
          </a:prstGeom>
          <a:solidFill>
            <a:srgbClr val="7EB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091E2AD-522A-A2E6-45F6-A49B98299949}"/>
              </a:ext>
            </a:extLst>
          </p:cNvPr>
          <p:cNvPicPr>
            <a:picLocks noChangeAspect="1"/>
          </p:cNvPicPr>
          <p:nvPr userDrawn="1"/>
        </p:nvPicPr>
        <p:blipFill>
          <a:blip r:embed="rId8" cstate="print">
            <a:extLst>
              <a:ext uri="{28A0092B-C50C-407E-A947-70E740481C1C}">
                <a14:useLocalDpi xmlns:a14="http://schemas.microsoft.com/office/drawing/2010/main"/>
              </a:ext>
            </a:extLst>
          </a:blip>
          <a:srcRect t="5051"/>
          <a:stretch>
            <a:fillRect/>
          </a:stretch>
        </p:blipFill>
        <p:spPr>
          <a:xfrm>
            <a:off x="3048" y="590308"/>
            <a:ext cx="12185904" cy="6267691"/>
          </a:xfrm>
          <a:prstGeom prst="rect">
            <a:avLst/>
          </a:prstGeom>
        </p:spPr>
      </p:pic>
    </p:spTree>
    <p:extLst>
      <p:ext uri="{BB962C8B-B14F-4D97-AF65-F5344CB8AC3E}">
        <p14:creationId xmlns:p14="http://schemas.microsoft.com/office/powerpoint/2010/main" val="4191478342"/>
      </p:ext>
    </p:extLst>
  </p:cSld>
  <p:clrMap bg1="lt1" tx1="dk1" bg2="lt2" tx2="dk2" accent1="accent1" accent2="accent2" accent3="accent3" accent4="accent4" accent5="accent5" accent6="accent6" hlink="hlink" folHlink="folHlink"/>
  <p:sldLayoutIdLst>
    <p:sldLayoutId id="2147483662" r:id="rId1"/>
    <p:sldLayoutId id="2147483668" r:id="rId2"/>
    <p:sldLayoutId id="2147483669" r:id="rId3"/>
    <p:sldLayoutId id="2147483670" r:id="rId4"/>
    <p:sldLayoutId id="2147483672" r:id="rId5"/>
    <p:sldLayoutId id="2147483671" r:id="rId6"/>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90269-49F6-AAA6-E250-D8C5490EAAFC}"/>
            </a:ext>
          </a:extLst>
        </p:cNvPr>
        <p:cNvGrpSpPr/>
        <p:nvPr/>
      </p:nvGrpSpPr>
      <p:grpSpPr>
        <a:xfrm>
          <a:off x="0" y="0"/>
          <a:ext cx="0" cy="0"/>
          <a:chOff x="0" y="0"/>
          <a:chExt cx="0" cy="0"/>
        </a:xfrm>
      </p:grpSpPr>
      <p:sp>
        <p:nvSpPr>
          <p:cNvPr id="28" name="Text Placeholder 27">
            <a:extLst>
              <a:ext uri="{FF2B5EF4-FFF2-40B4-BE49-F238E27FC236}">
                <a16:creationId xmlns:a16="http://schemas.microsoft.com/office/drawing/2014/main" id="{2A114065-8FF2-E8C1-2B4E-C5151BA84389}"/>
              </a:ext>
            </a:extLst>
          </p:cNvPr>
          <p:cNvSpPr>
            <a:spLocks noGrp="1"/>
          </p:cNvSpPr>
          <p:nvPr>
            <p:ph type="body" sz="quarter" idx="13"/>
          </p:nvPr>
        </p:nvSpPr>
        <p:spPr>
          <a:xfrm>
            <a:off x="2623172" y="2575560"/>
            <a:ext cx="7919322" cy="1772920"/>
          </a:xfrm>
        </p:spPr>
        <p:txBody>
          <a:bodyPr lIns="0" tIns="45720" rIns="91440" bIns="45720" anchor="t"/>
          <a:lstStyle/>
          <a:p>
            <a:r>
              <a:rPr lang="en-US">
                <a:latin typeface="Verdana"/>
                <a:ea typeface="Verdana"/>
              </a:rPr>
              <a:t>Introduction to the</a:t>
            </a:r>
            <a:endParaRPr lang="en-US"/>
          </a:p>
          <a:p>
            <a:r>
              <a:rPr lang="en-US">
                <a:latin typeface="Verdana"/>
                <a:ea typeface="Verdana"/>
              </a:rPr>
              <a:t>Painted Essay</a:t>
            </a:r>
            <a:r>
              <a:rPr lang="en-US" baseline="30000">
                <a:latin typeface="Verdana"/>
                <a:ea typeface="Verdana"/>
              </a:rPr>
              <a:t>®</a:t>
            </a:r>
            <a:endParaRPr lang="en-US"/>
          </a:p>
        </p:txBody>
      </p:sp>
    </p:spTree>
    <p:extLst>
      <p:ext uri="{BB962C8B-B14F-4D97-AF65-F5344CB8AC3E}">
        <p14:creationId xmlns:p14="http://schemas.microsoft.com/office/powerpoint/2010/main" val="2716112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9423C78-9EE7-62B3-04A4-E6262F563094}"/>
              </a:ext>
            </a:extLst>
          </p:cNvPr>
          <p:cNvSpPr>
            <a:spLocks noGrp="1"/>
          </p:cNvSpPr>
          <p:nvPr>
            <p:ph type="body" sz="quarter" idx="13"/>
          </p:nvPr>
        </p:nvSpPr>
        <p:spPr/>
        <p:txBody>
          <a:bodyPr/>
          <a:lstStyle/>
          <a:p>
            <a:r>
              <a:rPr lang="en-US"/>
              <a:t>I will learn about the structure of the Painted Essay.​</a:t>
            </a:r>
          </a:p>
        </p:txBody>
      </p:sp>
      <p:sp>
        <p:nvSpPr>
          <p:cNvPr id="7" name="Text Placeholder 6">
            <a:extLst>
              <a:ext uri="{FF2B5EF4-FFF2-40B4-BE49-F238E27FC236}">
                <a16:creationId xmlns:a16="http://schemas.microsoft.com/office/drawing/2014/main" id="{77A05A2B-7BDF-F58D-A09D-34774901DDEE}"/>
              </a:ext>
            </a:extLst>
          </p:cNvPr>
          <p:cNvSpPr>
            <a:spLocks noGrp="1"/>
          </p:cNvSpPr>
          <p:nvPr>
            <p:ph type="body" sz="quarter" idx="12"/>
          </p:nvPr>
        </p:nvSpPr>
        <p:spPr/>
        <p:txBody>
          <a:bodyPr lIns="0" tIns="45720" rIns="91440" bIns="45720" anchor="t"/>
          <a:lstStyle/>
          <a:p>
            <a:r>
              <a:rPr lang="en-US">
                <a:latin typeface="Verdana"/>
                <a:ea typeface="Verdana"/>
              </a:rPr>
              <a:t>In this lesson:</a:t>
            </a:r>
          </a:p>
        </p:txBody>
      </p:sp>
      <p:sp>
        <p:nvSpPr>
          <p:cNvPr id="6" name="Title 5">
            <a:extLst>
              <a:ext uri="{FF2B5EF4-FFF2-40B4-BE49-F238E27FC236}">
                <a16:creationId xmlns:a16="http://schemas.microsoft.com/office/drawing/2014/main" id="{F77D71F7-8007-F946-3FF8-E34D1446E9C3}"/>
              </a:ext>
            </a:extLst>
          </p:cNvPr>
          <p:cNvSpPr>
            <a:spLocks noGrp="1"/>
          </p:cNvSpPr>
          <p:nvPr>
            <p:ph type="title"/>
          </p:nvPr>
        </p:nvSpPr>
        <p:spPr/>
        <p:txBody>
          <a:bodyPr/>
          <a:lstStyle/>
          <a:p>
            <a:r>
              <a:rPr lang="en-US" b="0"/>
              <a:t>Set Purpose</a:t>
            </a:r>
            <a:endParaRPr lang="en-US"/>
          </a:p>
        </p:txBody>
      </p:sp>
    </p:spTree>
    <p:extLst>
      <p:ext uri="{BB962C8B-B14F-4D97-AF65-F5344CB8AC3E}">
        <p14:creationId xmlns:p14="http://schemas.microsoft.com/office/powerpoint/2010/main" val="1065034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404A6-5B95-BAA7-3EE8-A5639CB7F45E}"/>
              </a:ext>
            </a:extLst>
          </p:cNvPr>
          <p:cNvSpPr>
            <a:spLocks noGrp="1"/>
          </p:cNvSpPr>
          <p:nvPr>
            <p:ph type="title"/>
          </p:nvPr>
        </p:nvSpPr>
        <p:spPr/>
        <p:txBody>
          <a:bodyPr/>
          <a:lstStyle/>
          <a:p>
            <a:r>
              <a:rPr lang="en-US" b="0"/>
              <a:t>Introduce the Painted Essay</a:t>
            </a:r>
          </a:p>
        </p:txBody>
      </p:sp>
      <p:sp>
        <p:nvSpPr>
          <p:cNvPr id="11" name="Text Placeholder 10">
            <a:extLst>
              <a:ext uri="{FF2B5EF4-FFF2-40B4-BE49-F238E27FC236}">
                <a16:creationId xmlns:a16="http://schemas.microsoft.com/office/drawing/2014/main" id="{FFC98CC8-1F18-9ECA-DB81-A3B359736783}"/>
              </a:ext>
            </a:extLst>
          </p:cNvPr>
          <p:cNvSpPr>
            <a:spLocks noGrp="1"/>
          </p:cNvSpPr>
          <p:nvPr>
            <p:ph type="body" sz="quarter" idx="12"/>
          </p:nvPr>
        </p:nvSpPr>
        <p:spPr/>
        <p:txBody>
          <a:bodyPr/>
          <a:lstStyle/>
          <a:p>
            <a:r>
              <a:rPr lang="en-US"/>
              <a:t>(20 Min.)</a:t>
            </a:r>
          </a:p>
        </p:txBody>
      </p:sp>
      <p:sp>
        <p:nvSpPr>
          <p:cNvPr id="8" name="Text Placeholder 7">
            <a:extLst>
              <a:ext uri="{FF2B5EF4-FFF2-40B4-BE49-F238E27FC236}">
                <a16:creationId xmlns:a16="http://schemas.microsoft.com/office/drawing/2014/main" id="{6FF5B32B-0E4D-2CF1-A2BF-4952014A8B09}"/>
              </a:ext>
            </a:extLst>
          </p:cNvPr>
          <p:cNvSpPr>
            <a:spLocks noGrp="1"/>
          </p:cNvSpPr>
          <p:nvPr>
            <p:ph type="body" sz="quarter" idx="10"/>
          </p:nvPr>
        </p:nvSpPr>
        <p:spPr>
          <a:xfrm>
            <a:off x="155004" y="874020"/>
            <a:ext cx="2167128" cy="2646878"/>
          </a:xfrm>
        </p:spPr>
        <p:txBody>
          <a:bodyPr/>
          <a:lstStyle/>
          <a:p>
            <a:r>
              <a:rPr lang="en-US" dirty="0"/>
              <a:t>Collaborate</a:t>
            </a:r>
          </a:p>
          <a:p>
            <a:pPr lvl="1"/>
            <a:r>
              <a:rPr lang="en-US" dirty="0"/>
              <a:t>Access your Painted Essay Template and coloring supplies.</a:t>
            </a:r>
          </a:p>
          <a:p>
            <a:pPr lvl="1"/>
            <a:r>
              <a:rPr lang="en-US" dirty="0"/>
              <a:t>Each white rectangle represents a paragraph. </a:t>
            </a:r>
          </a:p>
          <a:p>
            <a:pPr lvl="1"/>
            <a:r>
              <a:rPr lang="en-US" dirty="0"/>
              <a:t>How many paragraphs are in this essay?</a:t>
            </a:r>
          </a:p>
        </p:txBody>
      </p:sp>
      <p:sp>
        <p:nvSpPr>
          <p:cNvPr id="10" name="Text Placeholder 9">
            <a:extLst>
              <a:ext uri="{FF2B5EF4-FFF2-40B4-BE49-F238E27FC236}">
                <a16:creationId xmlns:a16="http://schemas.microsoft.com/office/drawing/2014/main" id="{39B7A2A8-9D88-1E0D-5526-B0A12D4A38BB}"/>
              </a:ext>
            </a:extLst>
          </p:cNvPr>
          <p:cNvSpPr>
            <a:spLocks noGrp="1"/>
          </p:cNvSpPr>
          <p:nvPr>
            <p:ph type="body" sz="quarter" idx="11"/>
          </p:nvPr>
        </p:nvSpPr>
        <p:spPr>
          <a:xfrm>
            <a:off x="10259732" y="852829"/>
            <a:ext cx="1777264" cy="1841530"/>
          </a:xfrm>
        </p:spPr>
        <p:txBody>
          <a:bodyPr/>
          <a:lstStyle/>
          <a:p>
            <a:r>
              <a:rPr lang="en-US"/>
              <a:t>Learning Outcome</a:t>
            </a:r>
          </a:p>
          <a:p>
            <a:pPr lvl="1"/>
            <a:r>
              <a:rPr lang="en-US"/>
              <a:t>I will learn about the structure of the Painted Essay.</a:t>
            </a:r>
          </a:p>
          <a:p>
            <a:pPr lvl="2"/>
            <a:r>
              <a:rPr lang="en-US"/>
              <a:t>Teach</a:t>
            </a:r>
          </a:p>
          <a:p>
            <a:pPr marL="0" lvl="4" indent="0">
              <a:buNone/>
            </a:pPr>
            <a:r>
              <a:rPr lang="en-US" i="1">
                <a:solidFill>
                  <a:srgbClr val="0070C0"/>
                </a:solidFill>
              </a:rPr>
              <a:t>We will give each paragraph its own color to help us remember its name and purpose in the essay.</a:t>
            </a:r>
          </a:p>
        </p:txBody>
      </p:sp>
      <p:pic>
        <p:nvPicPr>
          <p:cNvPr id="9" name="Picture 8" descr="A paper with text on it&#10;&#10;AI-generated content may be incorrect.">
            <a:extLst>
              <a:ext uri="{FF2B5EF4-FFF2-40B4-BE49-F238E27FC236}">
                <a16:creationId xmlns:a16="http://schemas.microsoft.com/office/drawing/2014/main" id="{A6E33C26-4651-2DAE-F2F5-5D046C9B4735}"/>
              </a:ext>
            </a:extLst>
          </p:cNvPr>
          <p:cNvPicPr>
            <a:picLocks noChangeAspect="1"/>
          </p:cNvPicPr>
          <p:nvPr/>
        </p:nvPicPr>
        <p:blipFill>
          <a:blip r:embed="rId3"/>
          <a:srcRect t="7373"/>
          <a:stretch>
            <a:fillRect/>
          </a:stretch>
        </p:blipFill>
        <p:spPr>
          <a:xfrm>
            <a:off x="3727278" y="978378"/>
            <a:ext cx="4737443" cy="5692749"/>
          </a:xfrm>
          <a:prstGeom prst="rect">
            <a:avLst/>
          </a:prstGeom>
          <a:ln w="12700">
            <a:solidFill>
              <a:schemeClr val="bg1">
                <a:lumMod val="65000"/>
              </a:schemeClr>
            </a:solidFill>
          </a:ln>
        </p:spPr>
      </p:pic>
      <p:grpSp>
        <p:nvGrpSpPr>
          <p:cNvPr id="16" name="Group 15">
            <a:extLst>
              <a:ext uri="{FF2B5EF4-FFF2-40B4-BE49-F238E27FC236}">
                <a16:creationId xmlns:a16="http://schemas.microsoft.com/office/drawing/2014/main" id="{C21B0A51-34E2-67AD-8A79-2A4927F0B204}"/>
              </a:ext>
            </a:extLst>
          </p:cNvPr>
          <p:cNvGrpSpPr/>
          <p:nvPr/>
        </p:nvGrpSpPr>
        <p:grpSpPr>
          <a:xfrm>
            <a:off x="4006850" y="2876124"/>
            <a:ext cx="306905" cy="176765"/>
            <a:chOff x="4006850" y="4045986"/>
            <a:chExt cx="306905" cy="176765"/>
          </a:xfrm>
        </p:grpSpPr>
        <p:sp>
          <p:nvSpPr>
            <p:cNvPr id="17" name="Rectangle 16">
              <a:extLst>
                <a:ext uri="{FF2B5EF4-FFF2-40B4-BE49-F238E27FC236}">
                  <a16:creationId xmlns:a16="http://schemas.microsoft.com/office/drawing/2014/main" id="{1D21E56B-B537-5474-1302-B22DF93CF877}"/>
                </a:ext>
              </a:extLst>
            </p:cNvPr>
            <p:cNvSpPr/>
            <p:nvPr/>
          </p:nvSpPr>
          <p:spPr>
            <a:xfrm>
              <a:off x="4013200" y="4071387"/>
              <a:ext cx="300555" cy="1513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B07BC76-DF03-6653-6DF1-F8986C0FBEF9}"/>
                </a:ext>
              </a:extLst>
            </p:cNvPr>
            <p:cNvSpPr/>
            <p:nvPr/>
          </p:nvSpPr>
          <p:spPr>
            <a:xfrm>
              <a:off x="4006850" y="4045986"/>
              <a:ext cx="300555" cy="173589"/>
            </a:xfrm>
            <a:prstGeom prst="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F7EFB0E8-E010-6E58-D8D9-97EA42C2D0E6}"/>
              </a:ext>
            </a:extLst>
          </p:cNvPr>
          <p:cNvGrpSpPr/>
          <p:nvPr/>
        </p:nvGrpSpPr>
        <p:grpSpPr>
          <a:xfrm>
            <a:off x="4006850" y="1568693"/>
            <a:ext cx="306905" cy="176765"/>
            <a:chOff x="4006850" y="4045986"/>
            <a:chExt cx="306905" cy="176765"/>
          </a:xfrm>
        </p:grpSpPr>
        <p:sp>
          <p:nvSpPr>
            <p:cNvPr id="20" name="Rectangle 19">
              <a:extLst>
                <a:ext uri="{FF2B5EF4-FFF2-40B4-BE49-F238E27FC236}">
                  <a16:creationId xmlns:a16="http://schemas.microsoft.com/office/drawing/2014/main" id="{3AF2806A-93F9-72CC-5093-A29C9144B080}"/>
                </a:ext>
              </a:extLst>
            </p:cNvPr>
            <p:cNvSpPr/>
            <p:nvPr/>
          </p:nvSpPr>
          <p:spPr>
            <a:xfrm>
              <a:off x="4013200" y="4071387"/>
              <a:ext cx="300555" cy="1513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969E0C9-3A92-CF80-29B9-ADD8BD5D38EB}"/>
                </a:ext>
              </a:extLst>
            </p:cNvPr>
            <p:cNvSpPr/>
            <p:nvPr/>
          </p:nvSpPr>
          <p:spPr>
            <a:xfrm>
              <a:off x="4006850" y="4045986"/>
              <a:ext cx="300555" cy="173589"/>
            </a:xfrm>
            <a:prstGeom prst="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DEE0BC80-D192-AAD3-BC76-4CA23BC4532B}"/>
              </a:ext>
            </a:extLst>
          </p:cNvPr>
          <p:cNvGrpSpPr/>
          <p:nvPr/>
        </p:nvGrpSpPr>
        <p:grpSpPr>
          <a:xfrm>
            <a:off x="4006850" y="5405166"/>
            <a:ext cx="306905" cy="178921"/>
            <a:chOff x="4006850" y="4043830"/>
            <a:chExt cx="306905" cy="178921"/>
          </a:xfrm>
        </p:grpSpPr>
        <p:sp>
          <p:nvSpPr>
            <p:cNvPr id="23" name="Rectangle 22">
              <a:extLst>
                <a:ext uri="{FF2B5EF4-FFF2-40B4-BE49-F238E27FC236}">
                  <a16:creationId xmlns:a16="http://schemas.microsoft.com/office/drawing/2014/main" id="{39EF2AE7-075D-72EB-D427-5CF8122909B3}"/>
                </a:ext>
              </a:extLst>
            </p:cNvPr>
            <p:cNvSpPr/>
            <p:nvPr/>
          </p:nvSpPr>
          <p:spPr>
            <a:xfrm>
              <a:off x="4013200" y="4071387"/>
              <a:ext cx="300555" cy="1513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971C3E3-0F2B-E7D2-3F00-BFF443F97847}"/>
                </a:ext>
              </a:extLst>
            </p:cNvPr>
            <p:cNvSpPr/>
            <p:nvPr/>
          </p:nvSpPr>
          <p:spPr>
            <a:xfrm>
              <a:off x="4006850" y="4043830"/>
              <a:ext cx="300555" cy="173589"/>
            </a:xfrm>
            <a:prstGeom prst="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9082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5ECB2-0A40-B3BB-106C-F2C98E216E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8C17E6-4C91-6A87-E115-E07D2E3D7A48}"/>
              </a:ext>
            </a:extLst>
          </p:cNvPr>
          <p:cNvPicPr>
            <a:picLocks noChangeAspect="1"/>
          </p:cNvPicPr>
          <p:nvPr/>
        </p:nvPicPr>
        <p:blipFill>
          <a:blip r:embed="rId3"/>
          <a:stretch>
            <a:fillRect/>
          </a:stretch>
        </p:blipFill>
        <p:spPr>
          <a:xfrm>
            <a:off x="3111500" y="580201"/>
            <a:ext cx="5969000" cy="6197600"/>
          </a:xfrm>
          <a:prstGeom prst="rect">
            <a:avLst/>
          </a:prstGeom>
        </p:spPr>
      </p:pic>
      <p:sp>
        <p:nvSpPr>
          <p:cNvPr id="2" name="Title 1">
            <a:extLst>
              <a:ext uri="{FF2B5EF4-FFF2-40B4-BE49-F238E27FC236}">
                <a16:creationId xmlns:a16="http://schemas.microsoft.com/office/drawing/2014/main" id="{FEE19DDE-5F16-E7FA-6E7E-E5AD4DFE11D0}"/>
              </a:ext>
            </a:extLst>
          </p:cNvPr>
          <p:cNvSpPr>
            <a:spLocks noGrp="1"/>
          </p:cNvSpPr>
          <p:nvPr>
            <p:ph type="title"/>
          </p:nvPr>
        </p:nvSpPr>
        <p:spPr/>
        <p:txBody>
          <a:bodyPr/>
          <a:lstStyle/>
          <a:p>
            <a:r>
              <a:rPr lang="en-US" b="0"/>
              <a:t>Introduce the Painted Essay</a:t>
            </a:r>
          </a:p>
        </p:txBody>
      </p:sp>
      <p:sp>
        <p:nvSpPr>
          <p:cNvPr id="11" name="Text Placeholder 10">
            <a:extLst>
              <a:ext uri="{FF2B5EF4-FFF2-40B4-BE49-F238E27FC236}">
                <a16:creationId xmlns:a16="http://schemas.microsoft.com/office/drawing/2014/main" id="{1B401268-7C12-DEFF-4BB8-352C70514B77}"/>
              </a:ext>
            </a:extLst>
          </p:cNvPr>
          <p:cNvSpPr>
            <a:spLocks noGrp="1"/>
          </p:cNvSpPr>
          <p:nvPr>
            <p:ph type="body" sz="quarter" idx="12"/>
          </p:nvPr>
        </p:nvSpPr>
        <p:spPr/>
        <p:txBody>
          <a:bodyPr/>
          <a:lstStyle/>
          <a:p>
            <a:r>
              <a:rPr lang="en-US"/>
              <a:t>(20 Min.)</a:t>
            </a:r>
          </a:p>
        </p:txBody>
      </p:sp>
      <p:sp>
        <p:nvSpPr>
          <p:cNvPr id="8" name="Text Placeholder 7">
            <a:extLst>
              <a:ext uri="{FF2B5EF4-FFF2-40B4-BE49-F238E27FC236}">
                <a16:creationId xmlns:a16="http://schemas.microsoft.com/office/drawing/2014/main" id="{C44DEEF7-4509-4A0E-4552-5C408C878DA5}"/>
              </a:ext>
            </a:extLst>
          </p:cNvPr>
          <p:cNvSpPr>
            <a:spLocks noGrp="1"/>
          </p:cNvSpPr>
          <p:nvPr>
            <p:ph type="body" sz="quarter" idx="10"/>
          </p:nvPr>
        </p:nvSpPr>
        <p:spPr>
          <a:xfrm>
            <a:off x="155004" y="874020"/>
            <a:ext cx="2167128" cy="984885"/>
          </a:xfrm>
        </p:spPr>
        <p:txBody>
          <a:bodyPr/>
          <a:lstStyle/>
          <a:p>
            <a:r>
              <a:rPr lang="en-US"/>
              <a:t>Collaborate</a:t>
            </a:r>
          </a:p>
          <a:p>
            <a:pPr lvl="1"/>
            <a:r>
              <a:rPr lang="en-US"/>
              <a:t>Put your finger on the first paragraph.</a:t>
            </a:r>
          </a:p>
        </p:txBody>
      </p:sp>
      <p:sp>
        <p:nvSpPr>
          <p:cNvPr id="10" name="Text Placeholder 9">
            <a:extLst>
              <a:ext uri="{FF2B5EF4-FFF2-40B4-BE49-F238E27FC236}">
                <a16:creationId xmlns:a16="http://schemas.microsoft.com/office/drawing/2014/main" id="{04C97E61-DF3A-567E-AD6A-A375FABC6B8E}"/>
              </a:ext>
            </a:extLst>
          </p:cNvPr>
          <p:cNvSpPr>
            <a:spLocks noGrp="1"/>
          </p:cNvSpPr>
          <p:nvPr>
            <p:ph type="body" sz="quarter" idx="11"/>
          </p:nvPr>
        </p:nvSpPr>
        <p:spPr>
          <a:xfrm>
            <a:off x="10259732" y="852829"/>
            <a:ext cx="1777264" cy="1980029"/>
          </a:xfrm>
        </p:spPr>
        <p:txBody>
          <a:bodyPr lIns="91440" tIns="45720" rIns="0" bIns="45720" anchor="t">
            <a:spAutoFit/>
          </a:bodyPr>
          <a:lstStyle/>
          <a:p>
            <a:r>
              <a:rPr lang="en-US"/>
              <a:t>Learning Outcome</a:t>
            </a:r>
          </a:p>
          <a:p>
            <a:pPr marL="173355" lvl="1" indent="-173355"/>
            <a:r>
              <a:rPr lang="en-US"/>
              <a:t>I will learn about the structure of the Painted Essay.</a:t>
            </a:r>
          </a:p>
          <a:p>
            <a:pPr lvl="2"/>
            <a:r>
              <a:rPr lang="en-US"/>
              <a:t>Teach</a:t>
            </a:r>
          </a:p>
          <a:p>
            <a:pPr marL="0" lvl="4" indent="0">
              <a:buNone/>
            </a:pPr>
            <a:r>
              <a:rPr lang="en-US" i="1">
                <a:solidFill>
                  <a:srgbClr val="0070C0"/>
                </a:solidFill>
                <a:latin typeface="Verdana"/>
                <a:ea typeface="Verdana"/>
              </a:rPr>
              <a:t>One of the jobs of the introduction is to give background information or context so the reader can understand the essay. </a:t>
            </a:r>
          </a:p>
        </p:txBody>
      </p:sp>
      <p:sp>
        <p:nvSpPr>
          <p:cNvPr id="4" name="Arrow: Right 1">
            <a:extLst>
              <a:ext uri="{FF2B5EF4-FFF2-40B4-BE49-F238E27FC236}">
                <a16:creationId xmlns:a16="http://schemas.microsoft.com/office/drawing/2014/main" id="{FC829125-DCC6-3EA9-A99E-94CD087D7D39}"/>
              </a:ext>
            </a:extLst>
          </p:cNvPr>
          <p:cNvSpPr/>
          <p:nvPr/>
        </p:nvSpPr>
        <p:spPr>
          <a:xfrm>
            <a:off x="3228577" y="1596685"/>
            <a:ext cx="1148990" cy="524439"/>
          </a:xfrm>
          <a:prstGeom prst="rightArrow">
            <a:avLst/>
          </a:prstGeom>
          <a:solidFill>
            <a:sysClr val="windowText" lastClr="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spTree>
    <p:extLst>
      <p:ext uri="{BB962C8B-B14F-4D97-AF65-F5344CB8AC3E}">
        <p14:creationId xmlns:p14="http://schemas.microsoft.com/office/powerpoint/2010/main" val="104537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858FF22-67B8-76D9-D639-F270B645B4BE}"/>
              </a:ext>
            </a:extLst>
          </p:cNvPr>
          <p:cNvSpPr>
            <a:spLocks noGrp="1"/>
          </p:cNvSpPr>
          <p:nvPr>
            <p:ph type="title"/>
          </p:nvPr>
        </p:nvSpPr>
        <p:spPr/>
        <p:txBody>
          <a:bodyPr/>
          <a:lstStyle/>
          <a:p>
            <a:r>
              <a:rPr lang="en-US" b="0"/>
              <a:t>Introduce the Painted Essay</a:t>
            </a:r>
            <a:endParaRPr lang="en-US"/>
          </a:p>
        </p:txBody>
      </p:sp>
      <p:sp>
        <p:nvSpPr>
          <p:cNvPr id="11" name="Text Placeholder 10">
            <a:extLst>
              <a:ext uri="{FF2B5EF4-FFF2-40B4-BE49-F238E27FC236}">
                <a16:creationId xmlns:a16="http://schemas.microsoft.com/office/drawing/2014/main" id="{48E06F0A-4A1F-88A5-7842-A2F6044327FF}"/>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2E00DDB2-01F3-1D05-A326-F66D67E973A3}"/>
              </a:ext>
            </a:extLst>
          </p:cNvPr>
          <p:cNvSpPr>
            <a:spLocks noGrp="1"/>
          </p:cNvSpPr>
          <p:nvPr>
            <p:ph type="body" sz="quarter" idx="10"/>
          </p:nvPr>
        </p:nvSpPr>
        <p:spPr>
          <a:xfrm>
            <a:off x="155004" y="874020"/>
            <a:ext cx="2167128" cy="984885"/>
          </a:xfrm>
        </p:spPr>
        <p:txBody>
          <a:bodyPr/>
          <a:lstStyle/>
          <a:p>
            <a:r>
              <a:rPr lang="en-US"/>
              <a:t>Collaborate</a:t>
            </a:r>
          </a:p>
          <a:p>
            <a:pPr lvl="1"/>
            <a:r>
              <a:rPr lang="en-US"/>
              <a:t>Color or paint the </a:t>
            </a:r>
            <a:r>
              <a:rPr lang="en-US" b="1"/>
              <a:t>context</a:t>
            </a:r>
            <a:r>
              <a:rPr lang="en-US"/>
              <a:t> red.</a:t>
            </a:r>
          </a:p>
        </p:txBody>
      </p:sp>
      <p:sp>
        <p:nvSpPr>
          <p:cNvPr id="10" name="Text Placeholder 9">
            <a:extLst>
              <a:ext uri="{FF2B5EF4-FFF2-40B4-BE49-F238E27FC236}">
                <a16:creationId xmlns:a16="http://schemas.microsoft.com/office/drawing/2014/main" id="{056697DB-D285-B2A6-B0FE-86F0B3C3B012}"/>
              </a:ext>
            </a:extLst>
          </p:cNvPr>
          <p:cNvSpPr>
            <a:spLocks noGrp="1"/>
          </p:cNvSpPr>
          <p:nvPr>
            <p:ph type="body" sz="quarter" idx="11"/>
          </p:nvPr>
        </p:nvSpPr>
        <p:spPr>
          <a:xfrm>
            <a:off x="10259732" y="852829"/>
            <a:ext cx="1777264" cy="1703030"/>
          </a:xfrm>
        </p:spPr>
        <p:txBody>
          <a:bodyPr lIns="91440" tIns="45720" rIns="0" bIns="45720" anchor="t">
            <a:spAutoFit/>
          </a:bodyPr>
          <a:lstStyle/>
          <a:p>
            <a:r>
              <a:rPr lang="en-US"/>
              <a:t>Learning Outcome</a:t>
            </a:r>
          </a:p>
          <a:p>
            <a:pPr marL="173355" lvl="1" indent="-173355"/>
            <a:r>
              <a:rPr lang="en-US"/>
              <a:t>I will learn about the structure of the Painted Essay.</a:t>
            </a:r>
          </a:p>
          <a:p>
            <a:pPr lvl="2"/>
            <a:r>
              <a:rPr lang="en-US"/>
              <a:t>Teach</a:t>
            </a:r>
          </a:p>
          <a:p>
            <a:pPr marL="0" lvl="4" indent="0">
              <a:buNone/>
            </a:pPr>
            <a:r>
              <a:rPr lang="en-US" i="1">
                <a:solidFill>
                  <a:srgbClr val="0070C0"/>
                </a:solidFill>
                <a:latin typeface="Verdana"/>
                <a:ea typeface="Verdana"/>
              </a:rPr>
              <a:t>Red is a color that grabs your attention, so we’ll use red for the introduction.</a:t>
            </a:r>
          </a:p>
        </p:txBody>
      </p:sp>
      <p:pic>
        <p:nvPicPr>
          <p:cNvPr id="6" name="Picture 5">
            <a:extLst>
              <a:ext uri="{FF2B5EF4-FFF2-40B4-BE49-F238E27FC236}">
                <a16:creationId xmlns:a16="http://schemas.microsoft.com/office/drawing/2014/main" id="{07233D5C-A1F6-A198-FFF8-53964ACC4CE5}"/>
              </a:ext>
            </a:extLst>
          </p:cNvPr>
          <p:cNvPicPr>
            <a:picLocks noChangeAspect="1"/>
          </p:cNvPicPr>
          <p:nvPr/>
        </p:nvPicPr>
        <p:blipFill>
          <a:blip r:embed="rId3"/>
          <a:stretch>
            <a:fillRect/>
          </a:stretch>
        </p:blipFill>
        <p:spPr>
          <a:xfrm>
            <a:off x="2521758" y="1366462"/>
            <a:ext cx="7148484" cy="3408320"/>
          </a:xfrm>
          <a:prstGeom prst="rect">
            <a:avLst/>
          </a:prstGeom>
        </p:spPr>
      </p:pic>
      <p:grpSp>
        <p:nvGrpSpPr>
          <p:cNvPr id="13" name="Group 12">
            <a:extLst>
              <a:ext uri="{FF2B5EF4-FFF2-40B4-BE49-F238E27FC236}">
                <a16:creationId xmlns:a16="http://schemas.microsoft.com/office/drawing/2014/main" id="{82DF1C54-D561-88B2-E01C-03A9AD95633E}"/>
              </a:ext>
            </a:extLst>
          </p:cNvPr>
          <p:cNvGrpSpPr/>
          <p:nvPr/>
        </p:nvGrpSpPr>
        <p:grpSpPr>
          <a:xfrm>
            <a:off x="2732568" y="1744717"/>
            <a:ext cx="6726866" cy="1927876"/>
            <a:chOff x="2732568" y="1744717"/>
            <a:chExt cx="6726866" cy="1927876"/>
          </a:xfrm>
        </p:grpSpPr>
        <p:sp>
          <p:nvSpPr>
            <p:cNvPr id="5" name="Rectangle 4">
              <a:extLst>
                <a:ext uri="{FF2B5EF4-FFF2-40B4-BE49-F238E27FC236}">
                  <a16:creationId xmlns:a16="http://schemas.microsoft.com/office/drawing/2014/main" id="{0A7EA07E-4E32-6315-4E23-6E540A3415B5}"/>
                </a:ext>
              </a:extLst>
            </p:cNvPr>
            <p:cNvSpPr/>
            <p:nvPr/>
          </p:nvSpPr>
          <p:spPr>
            <a:xfrm>
              <a:off x="2732568" y="2329840"/>
              <a:ext cx="6726866" cy="1342753"/>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00F3E4EB-5A77-1938-83B2-22B4C71855D6}"/>
                </a:ext>
              </a:extLst>
            </p:cNvPr>
            <p:cNvSpPr/>
            <p:nvPr/>
          </p:nvSpPr>
          <p:spPr>
            <a:xfrm>
              <a:off x="3251873" y="1744717"/>
              <a:ext cx="6207560" cy="585123"/>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101816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D6292-B6F3-1F63-8838-AD6893CDC6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1136F46-A127-6896-F6DF-E2658936662D}"/>
              </a:ext>
            </a:extLst>
          </p:cNvPr>
          <p:cNvSpPr>
            <a:spLocks noGrp="1"/>
          </p:cNvSpPr>
          <p:nvPr>
            <p:ph type="title"/>
          </p:nvPr>
        </p:nvSpPr>
        <p:spPr/>
        <p:txBody>
          <a:bodyPr/>
          <a:lstStyle/>
          <a:p>
            <a:r>
              <a:rPr lang="en-US" b="0"/>
              <a:t>Introduce the Painted Essay</a:t>
            </a:r>
            <a:endParaRPr lang="en-US"/>
          </a:p>
        </p:txBody>
      </p:sp>
      <p:sp>
        <p:nvSpPr>
          <p:cNvPr id="11" name="Text Placeholder 10">
            <a:extLst>
              <a:ext uri="{FF2B5EF4-FFF2-40B4-BE49-F238E27FC236}">
                <a16:creationId xmlns:a16="http://schemas.microsoft.com/office/drawing/2014/main" id="{F8B67B9B-BD87-06EA-9FC0-5AF862A57FF1}"/>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E7F0C0D9-F711-2B51-B66A-DBD1C00E34DD}"/>
              </a:ext>
            </a:extLst>
          </p:cNvPr>
          <p:cNvSpPr>
            <a:spLocks noGrp="1"/>
          </p:cNvSpPr>
          <p:nvPr>
            <p:ph type="body" sz="quarter" idx="10"/>
          </p:nvPr>
        </p:nvSpPr>
        <p:spPr>
          <a:xfrm>
            <a:off x="155004" y="874020"/>
            <a:ext cx="2167128" cy="984885"/>
          </a:xfrm>
        </p:spPr>
        <p:txBody>
          <a:bodyPr/>
          <a:lstStyle/>
          <a:p>
            <a:r>
              <a:rPr lang="en-US" dirty="0"/>
              <a:t>Collaborate</a:t>
            </a:r>
          </a:p>
          <a:p>
            <a:pPr lvl="1"/>
            <a:r>
              <a:rPr lang="en-US" dirty="0"/>
              <a:t>Color or paint the </a:t>
            </a:r>
            <a:r>
              <a:rPr lang="en-US" b="1" dirty="0"/>
              <a:t>focus</a:t>
            </a:r>
            <a:r>
              <a:rPr lang="en-US" dirty="0"/>
              <a:t> green.</a:t>
            </a:r>
          </a:p>
        </p:txBody>
      </p:sp>
      <p:sp>
        <p:nvSpPr>
          <p:cNvPr id="10" name="Text Placeholder 9">
            <a:extLst>
              <a:ext uri="{FF2B5EF4-FFF2-40B4-BE49-F238E27FC236}">
                <a16:creationId xmlns:a16="http://schemas.microsoft.com/office/drawing/2014/main" id="{BB2B0308-8CD7-BE30-5060-084E98FA564A}"/>
              </a:ext>
            </a:extLst>
          </p:cNvPr>
          <p:cNvSpPr>
            <a:spLocks noGrp="1"/>
          </p:cNvSpPr>
          <p:nvPr>
            <p:ph type="body" sz="quarter" idx="11"/>
          </p:nvPr>
        </p:nvSpPr>
        <p:spPr>
          <a:xfrm>
            <a:off x="10259732" y="852829"/>
            <a:ext cx="1777264" cy="2395528"/>
          </a:xfrm>
        </p:spPr>
        <p:txBody>
          <a:bodyPr/>
          <a:lstStyle/>
          <a:p>
            <a:r>
              <a:rPr lang="en-US"/>
              <a:t>Learning Outcome</a:t>
            </a:r>
          </a:p>
          <a:p>
            <a:pPr lvl="1"/>
            <a:r>
              <a:rPr lang="en-US"/>
              <a:t>I will learn about the structure of the Painted Essay.</a:t>
            </a:r>
          </a:p>
          <a:p>
            <a:pPr lvl="2"/>
            <a:r>
              <a:rPr lang="en-US"/>
              <a:t>Teach</a:t>
            </a:r>
          </a:p>
          <a:p>
            <a:pPr marL="0" lvl="4" indent="0">
              <a:buNone/>
            </a:pPr>
            <a:r>
              <a:rPr lang="en-US" i="1">
                <a:solidFill>
                  <a:srgbClr val="0070C0"/>
                </a:solidFill>
              </a:rPr>
              <a:t>The focus statement is the most important part of your essay. This sentence drives your piece like the steering wheel of a car. This sentence tells the central idea of your piece, what your piece will be about.</a:t>
            </a:r>
          </a:p>
        </p:txBody>
      </p:sp>
      <p:pic>
        <p:nvPicPr>
          <p:cNvPr id="2" name="Picture 1">
            <a:extLst>
              <a:ext uri="{FF2B5EF4-FFF2-40B4-BE49-F238E27FC236}">
                <a16:creationId xmlns:a16="http://schemas.microsoft.com/office/drawing/2014/main" id="{3AFE22E5-55E9-AD01-24C5-E2EB9E9422DB}"/>
              </a:ext>
            </a:extLst>
          </p:cNvPr>
          <p:cNvPicPr>
            <a:picLocks noChangeAspect="1"/>
          </p:cNvPicPr>
          <p:nvPr/>
        </p:nvPicPr>
        <p:blipFill>
          <a:blip r:embed="rId3"/>
          <a:stretch>
            <a:fillRect/>
          </a:stretch>
        </p:blipFill>
        <p:spPr>
          <a:xfrm>
            <a:off x="2521758" y="1366462"/>
            <a:ext cx="7148484" cy="3408320"/>
          </a:xfrm>
          <a:prstGeom prst="rect">
            <a:avLst/>
          </a:prstGeom>
        </p:spPr>
      </p:pic>
      <p:sp>
        <p:nvSpPr>
          <p:cNvPr id="17" name="Rectangle 16">
            <a:extLst>
              <a:ext uri="{FF2B5EF4-FFF2-40B4-BE49-F238E27FC236}">
                <a16:creationId xmlns:a16="http://schemas.microsoft.com/office/drawing/2014/main" id="{51497E01-67F1-DD62-AB74-2421A4BDB69A}"/>
              </a:ext>
            </a:extLst>
          </p:cNvPr>
          <p:cNvSpPr/>
          <p:nvPr/>
        </p:nvSpPr>
        <p:spPr>
          <a:xfrm>
            <a:off x="2739452" y="3687581"/>
            <a:ext cx="6698930" cy="423472"/>
          </a:xfrm>
          <a:prstGeom prst="rect">
            <a:avLst/>
          </a:prstGeom>
          <a:solidFill>
            <a:srgbClr val="00B050">
              <a:alpha val="38000"/>
            </a:srgbClr>
          </a:solidFill>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nvGrpSpPr>
          <p:cNvPr id="6" name="Group 5">
            <a:extLst>
              <a:ext uri="{FF2B5EF4-FFF2-40B4-BE49-F238E27FC236}">
                <a16:creationId xmlns:a16="http://schemas.microsoft.com/office/drawing/2014/main" id="{5C9364A4-70AA-AE9A-888A-91C991ACEE7E}"/>
              </a:ext>
            </a:extLst>
          </p:cNvPr>
          <p:cNvGrpSpPr/>
          <p:nvPr/>
        </p:nvGrpSpPr>
        <p:grpSpPr>
          <a:xfrm>
            <a:off x="2732568" y="1741437"/>
            <a:ext cx="6726866" cy="1931157"/>
            <a:chOff x="2732568" y="1741437"/>
            <a:chExt cx="6726866" cy="1931157"/>
          </a:xfrm>
        </p:grpSpPr>
        <p:sp>
          <p:nvSpPr>
            <p:cNvPr id="7" name="Rectangle 6">
              <a:extLst>
                <a:ext uri="{FF2B5EF4-FFF2-40B4-BE49-F238E27FC236}">
                  <a16:creationId xmlns:a16="http://schemas.microsoft.com/office/drawing/2014/main" id="{F59120CA-9F0B-2EB9-6727-BEF12474566E}"/>
                </a:ext>
              </a:extLst>
            </p:cNvPr>
            <p:cNvSpPr/>
            <p:nvPr/>
          </p:nvSpPr>
          <p:spPr>
            <a:xfrm>
              <a:off x="2732568" y="2312894"/>
              <a:ext cx="6726866" cy="1359700"/>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8FE76942-0D7F-7BFB-F1F4-68DF19E33FC4}"/>
                </a:ext>
              </a:extLst>
            </p:cNvPr>
            <p:cNvSpPr/>
            <p:nvPr/>
          </p:nvSpPr>
          <p:spPr>
            <a:xfrm>
              <a:off x="3251873" y="1741437"/>
              <a:ext cx="6207560" cy="571457"/>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343206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6EE53-1E3D-63B9-4A19-5E5D9F5149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FF3C0AE-F8A5-48C6-1060-BD140229ED94}"/>
              </a:ext>
            </a:extLst>
          </p:cNvPr>
          <p:cNvSpPr>
            <a:spLocks noGrp="1"/>
          </p:cNvSpPr>
          <p:nvPr>
            <p:ph type="title"/>
          </p:nvPr>
        </p:nvSpPr>
        <p:spPr/>
        <p:txBody>
          <a:bodyPr/>
          <a:lstStyle/>
          <a:p>
            <a:r>
              <a:rPr lang="en-US" b="0"/>
              <a:t>Introduce the Painted Essay</a:t>
            </a:r>
            <a:endParaRPr lang="en-US"/>
          </a:p>
        </p:txBody>
      </p:sp>
      <p:sp>
        <p:nvSpPr>
          <p:cNvPr id="11" name="Text Placeholder 10">
            <a:extLst>
              <a:ext uri="{FF2B5EF4-FFF2-40B4-BE49-F238E27FC236}">
                <a16:creationId xmlns:a16="http://schemas.microsoft.com/office/drawing/2014/main" id="{7893D563-D321-6DB7-5DBB-EB348DC1D8AC}"/>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C92F5D6A-D614-41D8-3E03-220D331EE2A7}"/>
              </a:ext>
            </a:extLst>
          </p:cNvPr>
          <p:cNvSpPr>
            <a:spLocks noGrp="1"/>
          </p:cNvSpPr>
          <p:nvPr>
            <p:ph type="body" sz="quarter" idx="10"/>
          </p:nvPr>
        </p:nvSpPr>
        <p:spPr>
          <a:xfrm>
            <a:off x="155003" y="874020"/>
            <a:ext cx="2349045" cy="2939266"/>
          </a:xfrm>
        </p:spPr>
        <p:txBody>
          <a:bodyPr/>
          <a:lstStyle/>
          <a:p>
            <a:r>
              <a:rPr lang="en-US"/>
              <a:t>Collaborate</a:t>
            </a:r>
          </a:p>
          <a:p>
            <a:pPr lvl="1"/>
            <a:r>
              <a:rPr lang="en-US"/>
              <a:t>Paint or color </a:t>
            </a:r>
            <a:r>
              <a:rPr lang="en-US" b="1"/>
              <a:t>point 1</a:t>
            </a:r>
            <a:r>
              <a:rPr lang="en-US"/>
              <a:t> yellow.</a:t>
            </a:r>
          </a:p>
          <a:p>
            <a:pPr lvl="1"/>
            <a:r>
              <a:rPr lang="en-US"/>
              <a:t>Paint or color </a:t>
            </a:r>
            <a:r>
              <a:rPr lang="en-US" b="1"/>
              <a:t>point 2 </a:t>
            </a:r>
            <a:r>
              <a:rPr lang="en-US"/>
              <a:t>blue.</a:t>
            </a:r>
          </a:p>
          <a:p>
            <a:pPr lvl="1"/>
            <a:r>
              <a:rPr lang="en-US"/>
              <a:t>What color do yellow and blue make?</a:t>
            </a:r>
          </a:p>
          <a:p>
            <a:pPr lvl="1"/>
            <a:r>
              <a:rPr lang="en-US"/>
              <a:t>Paint or color a green line around the elements of the </a:t>
            </a:r>
            <a:r>
              <a:rPr lang="en-US" b="1"/>
              <a:t>focus statement</a:t>
            </a:r>
            <a:r>
              <a:rPr lang="en-US"/>
              <a:t>.</a:t>
            </a:r>
          </a:p>
        </p:txBody>
      </p:sp>
      <p:sp>
        <p:nvSpPr>
          <p:cNvPr id="10" name="Text Placeholder 9">
            <a:extLst>
              <a:ext uri="{FF2B5EF4-FFF2-40B4-BE49-F238E27FC236}">
                <a16:creationId xmlns:a16="http://schemas.microsoft.com/office/drawing/2014/main" id="{764A800C-2894-666E-67A2-E1FA38516C00}"/>
              </a:ext>
            </a:extLst>
          </p:cNvPr>
          <p:cNvSpPr>
            <a:spLocks noGrp="1"/>
          </p:cNvSpPr>
          <p:nvPr>
            <p:ph type="body" sz="quarter" idx="11"/>
          </p:nvPr>
        </p:nvSpPr>
        <p:spPr>
          <a:xfrm>
            <a:off x="10259732" y="852829"/>
            <a:ext cx="1777264" cy="3883114"/>
          </a:xfrm>
        </p:spPr>
        <p:txBody>
          <a:bodyPr/>
          <a:lstStyle/>
          <a:p>
            <a:r>
              <a:rPr lang="en-US"/>
              <a:t>Learning Outcome</a:t>
            </a:r>
          </a:p>
          <a:p>
            <a:pPr lvl="1"/>
            <a:r>
              <a:rPr lang="en-US"/>
              <a:t>I will learn about the structure of the Painted Essay.</a:t>
            </a:r>
          </a:p>
          <a:p>
            <a:pPr lvl="2"/>
            <a:r>
              <a:rPr lang="en-US"/>
              <a:t>Teach</a:t>
            </a:r>
          </a:p>
          <a:p>
            <a:pPr marL="0" lvl="4" indent="0">
              <a:buNone/>
            </a:pPr>
            <a:r>
              <a:rPr lang="en-US" i="1">
                <a:solidFill>
                  <a:srgbClr val="0070C0"/>
                </a:solidFill>
              </a:rPr>
              <a:t>There are different parts to the focus statement that work together to tell the reader the main idea of the piece.</a:t>
            </a:r>
          </a:p>
          <a:p>
            <a:pPr marL="0" lvl="4" indent="0">
              <a:buNone/>
            </a:pPr>
            <a:r>
              <a:rPr lang="en-US" i="1">
                <a:solidFill>
                  <a:srgbClr val="0070C0"/>
                </a:solidFill>
              </a:rPr>
              <a:t>In addition to the focus that tells them the main idea, the focus statement has two points that are used to support it: point 1 and point 2.</a:t>
            </a:r>
          </a:p>
          <a:p>
            <a:pPr marL="0" lvl="4" indent="0">
              <a:buNone/>
            </a:pPr>
            <a:r>
              <a:rPr lang="en-US" i="1">
                <a:solidFill>
                  <a:srgbClr val="0070C0"/>
                </a:solidFill>
              </a:rPr>
              <a:t>The focus statement is composed of three parts: the focus, point 1, and point 2. Paint (or draw) a line boxing these three parts together to show this.</a:t>
            </a:r>
          </a:p>
        </p:txBody>
      </p:sp>
      <p:pic>
        <p:nvPicPr>
          <p:cNvPr id="17" name="Picture 16">
            <a:extLst>
              <a:ext uri="{FF2B5EF4-FFF2-40B4-BE49-F238E27FC236}">
                <a16:creationId xmlns:a16="http://schemas.microsoft.com/office/drawing/2014/main" id="{0BDEBF72-0575-230B-812E-D996B07C4F97}"/>
              </a:ext>
            </a:extLst>
          </p:cNvPr>
          <p:cNvPicPr>
            <a:picLocks noChangeAspect="1"/>
          </p:cNvPicPr>
          <p:nvPr/>
        </p:nvPicPr>
        <p:blipFill>
          <a:blip r:embed="rId3"/>
          <a:stretch>
            <a:fillRect/>
          </a:stretch>
        </p:blipFill>
        <p:spPr>
          <a:xfrm>
            <a:off x="2521758" y="1366462"/>
            <a:ext cx="7148484" cy="3408320"/>
          </a:xfrm>
          <a:prstGeom prst="rect">
            <a:avLst/>
          </a:prstGeom>
        </p:spPr>
      </p:pic>
      <p:sp>
        <p:nvSpPr>
          <p:cNvPr id="18" name="Rectangle 17">
            <a:extLst>
              <a:ext uri="{FF2B5EF4-FFF2-40B4-BE49-F238E27FC236}">
                <a16:creationId xmlns:a16="http://schemas.microsoft.com/office/drawing/2014/main" id="{C10C3326-BF75-2550-2D20-743F1D32C119}"/>
              </a:ext>
            </a:extLst>
          </p:cNvPr>
          <p:cNvSpPr/>
          <p:nvPr/>
        </p:nvSpPr>
        <p:spPr>
          <a:xfrm>
            <a:off x="2739452" y="3687581"/>
            <a:ext cx="6698930" cy="420114"/>
          </a:xfrm>
          <a:prstGeom prst="rect">
            <a:avLst/>
          </a:prstGeom>
          <a:solidFill>
            <a:srgbClr val="00B050">
              <a:alpha val="38000"/>
            </a:srgbClr>
          </a:solidFill>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B31B85B2-FC3F-96C0-5E76-615D5EE4AEA6}"/>
              </a:ext>
            </a:extLst>
          </p:cNvPr>
          <p:cNvSpPr/>
          <p:nvPr/>
        </p:nvSpPr>
        <p:spPr>
          <a:xfrm>
            <a:off x="2732369" y="3687581"/>
            <a:ext cx="6713096" cy="905804"/>
          </a:xfrm>
          <a:prstGeom prst="rect">
            <a:avLst/>
          </a:prstGeom>
          <a:noFill/>
          <a:ln w="762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B703F4A6-D3A1-79FF-2D9C-C07E781E8AA4}"/>
              </a:ext>
            </a:extLst>
          </p:cNvPr>
          <p:cNvSpPr/>
          <p:nvPr/>
        </p:nvSpPr>
        <p:spPr>
          <a:xfrm>
            <a:off x="2732568" y="4130702"/>
            <a:ext cx="3462859" cy="444749"/>
          </a:xfrm>
          <a:prstGeom prst="rect">
            <a:avLst/>
          </a:prstGeom>
          <a:solidFill>
            <a:srgbClr val="FFFF00">
              <a:alpha val="29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6" name="Rectangle 5">
            <a:extLst>
              <a:ext uri="{FF2B5EF4-FFF2-40B4-BE49-F238E27FC236}">
                <a16:creationId xmlns:a16="http://schemas.microsoft.com/office/drawing/2014/main" id="{6E56C50F-04D2-67EE-E371-32A1446CB3E0}"/>
              </a:ext>
            </a:extLst>
          </p:cNvPr>
          <p:cNvSpPr/>
          <p:nvPr/>
        </p:nvSpPr>
        <p:spPr>
          <a:xfrm>
            <a:off x="6212618" y="4130702"/>
            <a:ext cx="3225763" cy="444749"/>
          </a:xfrm>
          <a:prstGeom prst="rect">
            <a:avLst/>
          </a:prstGeom>
          <a:solidFill>
            <a:srgbClr val="00B0F0">
              <a:alpha val="47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nvGrpSpPr>
          <p:cNvPr id="12" name="Group 11">
            <a:extLst>
              <a:ext uri="{FF2B5EF4-FFF2-40B4-BE49-F238E27FC236}">
                <a16:creationId xmlns:a16="http://schemas.microsoft.com/office/drawing/2014/main" id="{9B42D1E4-C924-7DE9-89B0-61E8B2568190}"/>
              </a:ext>
            </a:extLst>
          </p:cNvPr>
          <p:cNvGrpSpPr/>
          <p:nvPr/>
        </p:nvGrpSpPr>
        <p:grpSpPr>
          <a:xfrm>
            <a:off x="2732568" y="1741437"/>
            <a:ext cx="6726866" cy="1931157"/>
            <a:chOff x="2732568" y="1741437"/>
            <a:chExt cx="6726866" cy="1931157"/>
          </a:xfrm>
        </p:grpSpPr>
        <p:sp>
          <p:nvSpPr>
            <p:cNvPr id="13" name="Rectangle 12">
              <a:extLst>
                <a:ext uri="{FF2B5EF4-FFF2-40B4-BE49-F238E27FC236}">
                  <a16:creationId xmlns:a16="http://schemas.microsoft.com/office/drawing/2014/main" id="{CB29A535-589D-7E56-EAA6-8EB0C7F34596}"/>
                </a:ext>
              </a:extLst>
            </p:cNvPr>
            <p:cNvSpPr/>
            <p:nvPr/>
          </p:nvSpPr>
          <p:spPr>
            <a:xfrm>
              <a:off x="2732568" y="2312894"/>
              <a:ext cx="6726866" cy="1359700"/>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931DF4A7-6231-B746-1521-E4A286407E62}"/>
                </a:ext>
              </a:extLst>
            </p:cNvPr>
            <p:cNvSpPr/>
            <p:nvPr/>
          </p:nvSpPr>
          <p:spPr>
            <a:xfrm>
              <a:off x="3251873" y="1741437"/>
              <a:ext cx="6207560" cy="571457"/>
            </a:xfrm>
            <a:prstGeom prst="rect">
              <a:avLst/>
            </a:prstGeom>
            <a:solidFill>
              <a:srgbClr val="FF0000">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spTree>
    <p:extLst>
      <p:ext uri="{BB962C8B-B14F-4D97-AF65-F5344CB8AC3E}">
        <p14:creationId xmlns:p14="http://schemas.microsoft.com/office/powerpoint/2010/main" val="408816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235E5-0691-18C5-0257-76EFDC58966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64A6991-017F-95DE-1A91-04290C0169A9}"/>
              </a:ext>
            </a:extLst>
          </p:cNvPr>
          <p:cNvSpPr>
            <a:spLocks noGrp="1"/>
          </p:cNvSpPr>
          <p:nvPr>
            <p:ph type="title"/>
          </p:nvPr>
        </p:nvSpPr>
        <p:spPr/>
        <p:txBody>
          <a:bodyPr/>
          <a:lstStyle/>
          <a:p>
            <a:r>
              <a:rPr lang="en-US" b="0"/>
              <a:t>Introduce the Painted Essay</a:t>
            </a:r>
            <a:endParaRPr lang="en-US"/>
          </a:p>
        </p:txBody>
      </p:sp>
      <p:sp>
        <p:nvSpPr>
          <p:cNvPr id="11" name="Text Placeholder 10">
            <a:extLst>
              <a:ext uri="{FF2B5EF4-FFF2-40B4-BE49-F238E27FC236}">
                <a16:creationId xmlns:a16="http://schemas.microsoft.com/office/drawing/2014/main" id="{8FA8A77F-47CB-D329-3092-F9969D25E213}"/>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98447326-EC8F-E7BA-236B-117380E101B2}"/>
              </a:ext>
            </a:extLst>
          </p:cNvPr>
          <p:cNvSpPr>
            <a:spLocks noGrp="1"/>
          </p:cNvSpPr>
          <p:nvPr>
            <p:ph type="body" sz="quarter" idx="10"/>
          </p:nvPr>
        </p:nvSpPr>
        <p:spPr>
          <a:xfrm>
            <a:off x="155004" y="874020"/>
            <a:ext cx="2167128" cy="3077766"/>
          </a:xfrm>
        </p:spPr>
        <p:txBody>
          <a:bodyPr/>
          <a:lstStyle/>
          <a:p>
            <a:r>
              <a:rPr lang="en-US"/>
              <a:t>Collaborate</a:t>
            </a:r>
          </a:p>
          <a:p>
            <a:pPr lvl="1"/>
            <a:r>
              <a:rPr lang="en-US"/>
              <a:t>Put your finger on the second paragraph.</a:t>
            </a:r>
          </a:p>
          <a:p>
            <a:pPr lvl="1"/>
            <a:r>
              <a:rPr lang="en-US"/>
              <a:t>What color do you think we should color/paint </a:t>
            </a:r>
            <a:r>
              <a:rPr lang="en-US" b="1"/>
              <a:t>proof paragraph 1</a:t>
            </a:r>
            <a:r>
              <a:rPr lang="en-US"/>
              <a:t> and why?</a:t>
            </a:r>
          </a:p>
          <a:p>
            <a:pPr lvl="1"/>
            <a:r>
              <a:rPr lang="en-US"/>
              <a:t>Color or paint </a:t>
            </a:r>
            <a:r>
              <a:rPr lang="en-US" b="1"/>
              <a:t>proof paragraph 1 </a:t>
            </a:r>
            <a:r>
              <a:rPr lang="en-US"/>
              <a:t>yellow.</a:t>
            </a:r>
          </a:p>
        </p:txBody>
      </p:sp>
      <p:sp>
        <p:nvSpPr>
          <p:cNvPr id="10" name="Text Placeholder 9">
            <a:extLst>
              <a:ext uri="{FF2B5EF4-FFF2-40B4-BE49-F238E27FC236}">
                <a16:creationId xmlns:a16="http://schemas.microsoft.com/office/drawing/2014/main" id="{9E391E37-3830-0334-04CF-D39110F4C697}"/>
              </a:ext>
            </a:extLst>
          </p:cNvPr>
          <p:cNvSpPr>
            <a:spLocks noGrp="1"/>
          </p:cNvSpPr>
          <p:nvPr>
            <p:ph type="body" sz="quarter" idx="11"/>
          </p:nvPr>
        </p:nvSpPr>
        <p:spPr>
          <a:xfrm>
            <a:off x="10259732" y="852829"/>
            <a:ext cx="1777264" cy="1841530"/>
          </a:xfrm>
        </p:spPr>
        <p:txBody>
          <a:bodyPr/>
          <a:lstStyle/>
          <a:p>
            <a:r>
              <a:rPr lang="en-US"/>
              <a:t>Learning Outcome</a:t>
            </a:r>
          </a:p>
          <a:p>
            <a:pPr lvl="1"/>
            <a:r>
              <a:rPr lang="en-US"/>
              <a:t>I will learn about the structure of the Painted Essay.</a:t>
            </a:r>
          </a:p>
          <a:p>
            <a:pPr lvl="2"/>
            <a:r>
              <a:rPr lang="en-US"/>
              <a:t>Teach</a:t>
            </a:r>
          </a:p>
          <a:p>
            <a:pPr marL="0" lvl="4" indent="0">
              <a:buNone/>
            </a:pPr>
            <a:r>
              <a:rPr lang="en-US" i="1">
                <a:solidFill>
                  <a:srgbClr val="0070C0"/>
                </a:solidFill>
              </a:rPr>
              <a:t>The job of proof paragraph 1 is to give evidence and reasons to support the first point of the focus statement.</a:t>
            </a:r>
          </a:p>
        </p:txBody>
      </p:sp>
      <p:pic>
        <p:nvPicPr>
          <p:cNvPr id="2" name="Picture 1">
            <a:extLst>
              <a:ext uri="{FF2B5EF4-FFF2-40B4-BE49-F238E27FC236}">
                <a16:creationId xmlns:a16="http://schemas.microsoft.com/office/drawing/2014/main" id="{51F38333-4541-FC70-58E5-591DE163F024}"/>
              </a:ext>
            </a:extLst>
          </p:cNvPr>
          <p:cNvPicPr>
            <a:picLocks noChangeAspect="1"/>
          </p:cNvPicPr>
          <p:nvPr/>
        </p:nvPicPr>
        <p:blipFill>
          <a:blip r:embed="rId3"/>
          <a:stretch>
            <a:fillRect/>
          </a:stretch>
        </p:blipFill>
        <p:spPr>
          <a:xfrm>
            <a:off x="2746663" y="1773594"/>
            <a:ext cx="6698673" cy="2694805"/>
          </a:xfrm>
          <a:prstGeom prst="rect">
            <a:avLst/>
          </a:prstGeom>
        </p:spPr>
      </p:pic>
      <p:sp>
        <p:nvSpPr>
          <p:cNvPr id="14" name="Rectangle 13">
            <a:extLst>
              <a:ext uri="{FF2B5EF4-FFF2-40B4-BE49-F238E27FC236}">
                <a16:creationId xmlns:a16="http://schemas.microsoft.com/office/drawing/2014/main" id="{80882E0F-4A87-FD27-1F03-38B79DEFA22B}"/>
              </a:ext>
            </a:extLst>
          </p:cNvPr>
          <p:cNvSpPr/>
          <p:nvPr/>
        </p:nvSpPr>
        <p:spPr>
          <a:xfrm>
            <a:off x="2890893" y="2517480"/>
            <a:ext cx="6423091" cy="1841530"/>
          </a:xfrm>
          <a:prstGeom prst="rect">
            <a:avLst/>
          </a:prstGeom>
          <a:solidFill>
            <a:srgbClr val="FFFF00">
              <a:alpha val="2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BE7D43E7-07FB-500E-883F-D0283AAAFA05}"/>
              </a:ext>
            </a:extLst>
          </p:cNvPr>
          <p:cNvSpPr/>
          <p:nvPr/>
        </p:nvSpPr>
        <p:spPr>
          <a:xfrm>
            <a:off x="3377957" y="2017749"/>
            <a:ext cx="5936027" cy="499731"/>
          </a:xfrm>
          <a:prstGeom prst="rect">
            <a:avLst/>
          </a:prstGeom>
          <a:solidFill>
            <a:srgbClr val="FFFF00">
              <a:alpha val="2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741767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DBE69-C14E-3801-F5B1-0EEF067F77C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7D1C01-F59F-CAF6-A78E-A703A5981725}"/>
              </a:ext>
            </a:extLst>
          </p:cNvPr>
          <p:cNvSpPr>
            <a:spLocks noGrp="1"/>
          </p:cNvSpPr>
          <p:nvPr>
            <p:ph type="title"/>
          </p:nvPr>
        </p:nvSpPr>
        <p:spPr/>
        <p:txBody>
          <a:bodyPr/>
          <a:lstStyle/>
          <a:p>
            <a:r>
              <a:rPr lang="en-US" b="0"/>
              <a:t>Introduce the Painted Essay</a:t>
            </a:r>
            <a:endParaRPr lang="en-US"/>
          </a:p>
        </p:txBody>
      </p:sp>
      <p:sp>
        <p:nvSpPr>
          <p:cNvPr id="11" name="Text Placeholder 10">
            <a:extLst>
              <a:ext uri="{FF2B5EF4-FFF2-40B4-BE49-F238E27FC236}">
                <a16:creationId xmlns:a16="http://schemas.microsoft.com/office/drawing/2014/main" id="{233D6A9D-966E-7374-F9C6-F3EB456F5C95}"/>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2E393C34-E9E2-202B-BAD2-EF964497B563}"/>
              </a:ext>
            </a:extLst>
          </p:cNvPr>
          <p:cNvSpPr>
            <a:spLocks noGrp="1"/>
          </p:cNvSpPr>
          <p:nvPr>
            <p:ph type="body" sz="quarter" idx="10"/>
          </p:nvPr>
        </p:nvSpPr>
        <p:spPr>
          <a:xfrm>
            <a:off x="155004" y="874020"/>
            <a:ext cx="2167128" cy="2431435"/>
          </a:xfrm>
        </p:spPr>
        <p:txBody>
          <a:bodyPr/>
          <a:lstStyle/>
          <a:p>
            <a:r>
              <a:rPr lang="en-US"/>
              <a:t>Collaborate</a:t>
            </a:r>
          </a:p>
          <a:p>
            <a:pPr lvl="1"/>
            <a:r>
              <a:rPr lang="en-US"/>
              <a:t>Put your finger on the third paragraph.</a:t>
            </a:r>
          </a:p>
          <a:p>
            <a:pPr lvl="1"/>
            <a:r>
              <a:rPr lang="en-US"/>
              <a:t>What color should we paint or color </a:t>
            </a:r>
            <a:r>
              <a:rPr lang="en-US" b="1"/>
              <a:t>proof paragraph 2</a:t>
            </a:r>
            <a:r>
              <a:rPr lang="en-US"/>
              <a:t>?</a:t>
            </a:r>
          </a:p>
          <a:p>
            <a:pPr lvl="1"/>
            <a:r>
              <a:rPr lang="en-US"/>
              <a:t>Color or paint </a:t>
            </a:r>
            <a:r>
              <a:rPr lang="en-US" b="1"/>
              <a:t>proof paragraph 2 </a:t>
            </a:r>
            <a:r>
              <a:rPr lang="en-US"/>
              <a:t>blue.</a:t>
            </a:r>
          </a:p>
        </p:txBody>
      </p:sp>
      <p:sp>
        <p:nvSpPr>
          <p:cNvPr id="10" name="Text Placeholder 9">
            <a:extLst>
              <a:ext uri="{FF2B5EF4-FFF2-40B4-BE49-F238E27FC236}">
                <a16:creationId xmlns:a16="http://schemas.microsoft.com/office/drawing/2014/main" id="{AF46A8C6-0473-637B-81A8-5E654B08537B}"/>
              </a:ext>
            </a:extLst>
          </p:cNvPr>
          <p:cNvSpPr>
            <a:spLocks noGrp="1"/>
          </p:cNvSpPr>
          <p:nvPr>
            <p:ph type="body" sz="quarter" idx="11"/>
          </p:nvPr>
        </p:nvSpPr>
        <p:spPr>
          <a:xfrm>
            <a:off x="10259732" y="852829"/>
            <a:ext cx="1777264" cy="2257028"/>
          </a:xfrm>
        </p:spPr>
        <p:txBody>
          <a:bodyPr/>
          <a:lstStyle/>
          <a:p>
            <a:r>
              <a:rPr lang="en-US" dirty="0"/>
              <a:t>Learning Outcome</a:t>
            </a:r>
          </a:p>
          <a:p>
            <a:pPr lvl="1"/>
            <a:r>
              <a:rPr lang="en-US" dirty="0"/>
              <a:t>I will learn about the structure of the Painted Essay.</a:t>
            </a:r>
          </a:p>
          <a:p>
            <a:pPr lvl="2"/>
            <a:r>
              <a:rPr lang="en-US" dirty="0"/>
              <a:t>Teach</a:t>
            </a:r>
          </a:p>
          <a:p>
            <a:pPr marL="0" lvl="4" indent="0">
              <a:buNone/>
            </a:pPr>
            <a:r>
              <a:rPr lang="en-US" i="1" dirty="0">
                <a:solidFill>
                  <a:srgbClr val="0070C0"/>
                </a:solidFill>
              </a:rPr>
              <a:t>At the beginning of proof paragraph 2, there is a special sentence called a transition. We will come back to the transition. First, you will learn about proof </a:t>
            </a:r>
            <a:br>
              <a:rPr lang="en-US" i="1" dirty="0">
                <a:solidFill>
                  <a:srgbClr val="0070C0"/>
                </a:solidFill>
              </a:rPr>
            </a:br>
            <a:r>
              <a:rPr lang="en-US" i="1" dirty="0">
                <a:solidFill>
                  <a:srgbClr val="0070C0"/>
                </a:solidFill>
              </a:rPr>
              <a:t>paragraph 2.</a:t>
            </a:r>
          </a:p>
        </p:txBody>
      </p:sp>
      <p:pic>
        <p:nvPicPr>
          <p:cNvPr id="4" name="Picture 3">
            <a:extLst>
              <a:ext uri="{FF2B5EF4-FFF2-40B4-BE49-F238E27FC236}">
                <a16:creationId xmlns:a16="http://schemas.microsoft.com/office/drawing/2014/main" id="{D37A91F2-563C-ACEC-C756-354FA7DE10EB}"/>
              </a:ext>
            </a:extLst>
          </p:cNvPr>
          <p:cNvPicPr>
            <a:picLocks noChangeAspect="1"/>
          </p:cNvPicPr>
          <p:nvPr/>
        </p:nvPicPr>
        <p:blipFill>
          <a:blip r:embed="rId3"/>
          <a:stretch>
            <a:fillRect/>
          </a:stretch>
        </p:blipFill>
        <p:spPr>
          <a:xfrm>
            <a:off x="2664014" y="1771805"/>
            <a:ext cx="6863972" cy="2953104"/>
          </a:xfrm>
          <a:prstGeom prst="rect">
            <a:avLst/>
          </a:prstGeom>
        </p:spPr>
      </p:pic>
      <p:sp>
        <p:nvSpPr>
          <p:cNvPr id="3" name="Rectangle 2">
            <a:extLst>
              <a:ext uri="{FF2B5EF4-FFF2-40B4-BE49-F238E27FC236}">
                <a16:creationId xmlns:a16="http://schemas.microsoft.com/office/drawing/2014/main" id="{9D9B70C6-8F73-9EE5-43A1-BE799AAD3FCF}"/>
              </a:ext>
            </a:extLst>
          </p:cNvPr>
          <p:cNvSpPr/>
          <p:nvPr/>
        </p:nvSpPr>
        <p:spPr>
          <a:xfrm>
            <a:off x="2811517" y="2420316"/>
            <a:ext cx="6637283" cy="2212644"/>
          </a:xfrm>
          <a:prstGeom prst="rect">
            <a:avLst/>
          </a:prstGeom>
          <a:solidFill>
            <a:srgbClr val="00B0F0">
              <a:alpha val="4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76556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FF9E2-3E3F-23F5-80C0-28DB3486754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989108C-5F9E-71EE-4DEA-DC3BB4E9CBCB}"/>
              </a:ext>
            </a:extLst>
          </p:cNvPr>
          <p:cNvSpPr>
            <a:spLocks noGrp="1"/>
          </p:cNvSpPr>
          <p:nvPr>
            <p:ph type="title"/>
          </p:nvPr>
        </p:nvSpPr>
        <p:spPr/>
        <p:txBody>
          <a:bodyPr/>
          <a:lstStyle/>
          <a:p>
            <a:r>
              <a:rPr lang="en-US" b="0"/>
              <a:t>Introduce the Painted Essay</a:t>
            </a:r>
            <a:endParaRPr lang="en-US"/>
          </a:p>
        </p:txBody>
      </p:sp>
      <p:sp>
        <p:nvSpPr>
          <p:cNvPr id="11" name="Text Placeholder 10">
            <a:extLst>
              <a:ext uri="{FF2B5EF4-FFF2-40B4-BE49-F238E27FC236}">
                <a16:creationId xmlns:a16="http://schemas.microsoft.com/office/drawing/2014/main" id="{0A6D177E-8897-0C95-729B-3743A053574F}"/>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072DC0F7-CD5F-F215-CF55-465F563EAF55}"/>
              </a:ext>
            </a:extLst>
          </p:cNvPr>
          <p:cNvSpPr>
            <a:spLocks noGrp="1"/>
          </p:cNvSpPr>
          <p:nvPr>
            <p:ph type="body" sz="quarter" idx="10"/>
          </p:nvPr>
        </p:nvSpPr>
        <p:spPr>
          <a:xfrm>
            <a:off x="155004" y="874020"/>
            <a:ext cx="2167128" cy="1708160"/>
          </a:xfrm>
        </p:spPr>
        <p:txBody>
          <a:bodyPr/>
          <a:lstStyle/>
          <a:p>
            <a:r>
              <a:rPr lang="en-US"/>
              <a:t>Collaborate</a:t>
            </a:r>
          </a:p>
          <a:p>
            <a:pPr lvl="1"/>
            <a:r>
              <a:rPr lang="en-US"/>
              <a:t>Put your finger on the </a:t>
            </a:r>
            <a:r>
              <a:rPr lang="en-US" b="1"/>
              <a:t>transition</a:t>
            </a:r>
            <a:r>
              <a:rPr lang="en-US"/>
              <a:t>.</a:t>
            </a:r>
          </a:p>
          <a:p>
            <a:pPr lvl="1"/>
            <a:r>
              <a:rPr lang="en-US"/>
              <a:t>Color or paint the </a:t>
            </a:r>
            <a:r>
              <a:rPr lang="en-US" b="1"/>
              <a:t>transition</a:t>
            </a:r>
            <a:r>
              <a:rPr lang="en-US"/>
              <a:t> yellow and blue.</a:t>
            </a:r>
          </a:p>
        </p:txBody>
      </p:sp>
      <p:sp>
        <p:nvSpPr>
          <p:cNvPr id="10" name="Text Placeholder 9">
            <a:extLst>
              <a:ext uri="{FF2B5EF4-FFF2-40B4-BE49-F238E27FC236}">
                <a16:creationId xmlns:a16="http://schemas.microsoft.com/office/drawing/2014/main" id="{69A5BF6B-FB98-DE51-DE3A-9B76C41E41D7}"/>
              </a:ext>
            </a:extLst>
          </p:cNvPr>
          <p:cNvSpPr>
            <a:spLocks noGrp="1"/>
          </p:cNvSpPr>
          <p:nvPr>
            <p:ph type="body" sz="quarter" idx="11"/>
          </p:nvPr>
        </p:nvSpPr>
        <p:spPr>
          <a:xfrm>
            <a:off x="10259732" y="852829"/>
            <a:ext cx="1777264" cy="2169825"/>
          </a:xfrm>
        </p:spPr>
        <p:txBody>
          <a:bodyPr/>
          <a:lstStyle/>
          <a:p>
            <a:r>
              <a:rPr lang="en-US" dirty="0"/>
              <a:t>Learning Outcome</a:t>
            </a:r>
          </a:p>
          <a:p>
            <a:pPr lvl="1"/>
            <a:r>
              <a:rPr lang="en-US" dirty="0"/>
              <a:t>I will learn about the structure of the Painted Essay.</a:t>
            </a:r>
          </a:p>
          <a:p>
            <a:pPr lvl="2"/>
            <a:r>
              <a:rPr lang="en-US" dirty="0"/>
              <a:t>Teach</a:t>
            </a:r>
          </a:p>
          <a:p>
            <a:pPr marL="0" lvl="4" indent="0">
              <a:buNone/>
            </a:pPr>
            <a:r>
              <a:rPr lang="en-US" i="1" dirty="0">
                <a:solidFill>
                  <a:srgbClr val="0070C0"/>
                </a:solidFill>
              </a:rPr>
              <a:t>This sentence is called a transition. A transition sentence moves the reader from one big point in your piece to the next. </a:t>
            </a:r>
          </a:p>
          <a:p>
            <a:pPr lvl="4"/>
            <a:r>
              <a:rPr lang="en-US" b="1" dirty="0" err="1">
                <a:solidFill>
                  <a:schemeClr val="bg1">
                    <a:lumMod val="50000"/>
                  </a:schemeClr>
                </a:solidFill>
              </a:rPr>
              <a:t>iELD</a:t>
            </a:r>
            <a:r>
              <a:rPr lang="en-US" b="1" dirty="0">
                <a:solidFill>
                  <a:schemeClr val="bg1">
                    <a:lumMod val="50000"/>
                  </a:schemeClr>
                </a:solidFill>
              </a:rPr>
              <a:t>: </a:t>
            </a:r>
            <a:r>
              <a:rPr lang="en-US" dirty="0">
                <a:solidFill>
                  <a:schemeClr val="bg1">
                    <a:lumMod val="50000"/>
                  </a:schemeClr>
                </a:solidFill>
              </a:rPr>
              <a:t>See notes.</a:t>
            </a:r>
          </a:p>
        </p:txBody>
      </p:sp>
      <p:pic>
        <p:nvPicPr>
          <p:cNvPr id="3" name="Picture 2">
            <a:extLst>
              <a:ext uri="{FF2B5EF4-FFF2-40B4-BE49-F238E27FC236}">
                <a16:creationId xmlns:a16="http://schemas.microsoft.com/office/drawing/2014/main" id="{B29553F8-E3C3-C907-4BCC-023AD93CAE09}"/>
              </a:ext>
            </a:extLst>
          </p:cNvPr>
          <p:cNvPicPr>
            <a:picLocks noChangeAspect="1"/>
          </p:cNvPicPr>
          <p:nvPr/>
        </p:nvPicPr>
        <p:blipFill>
          <a:blip r:embed="rId3"/>
          <a:stretch>
            <a:fillRect/>
          </a:stretch>
        </p:blipFill>
        <p:spPr>
          <a:xfrm>
            <a:off x="2664014" y="1771805"/>
            <a:ext cx="6863972" cy="2953104"/>
          </a:xfrm>
          <a:prstGeom prst="rect">
            <a:avLst/>
          </a:prstGeom>
        </p:spPr>
      </p:pic>
      <p:sp>
        <p:nvSpPr>
          <p:cNvPr id="13" name="Rectangle 12">
            <a:extLst>
              <a:ext uri="{FF2B5EF4-FFF2-40B4-BE49-F238E27FC236}">
                <a16:creationId xmlns:a16="http://schemas.microsoft.com/office/drawing/2014/main" id="{263EC51B-43D1-0365-9D53-54D265813FA0}"/>
              </a:ext>
            </a:extLst>
          </p:cNvPr>
          <p:cNvSpPr/>
          <p:nvPr/>
        </p:nvSpPr>
        <p:spPr>
          <a:xfrm>
            <a:off x="2811517" y="2420316"/>
            <a:ext cx="6637283" cy="2212644"/>
          </a:xfrm>
          <a:prstGeom prst="rect">
            <a:avLst/>
          </a:prstGeom>
          <a:solidFill>
            <a:srgbClr val="00B0F0">
              <a:alpha val="4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nvGrpSpPr>
          <p:cNvPr id="7" name="Group 6">
            <a:extLst>
              <a:ext uri="{FF2B5EF4-FFF2-40B4-BE49-F238E27FC236}">
                <a16:creationId xmlns:a16="http://schemas.microsoft.com/office/drawing/2014/main" id="{44CB138C-915D-B547-308D-1ECD175803FE}"/>
              </a:ext>
            </a:extLst>
          </p:cNvPr>
          <p:cNvGrpSpPr/>
          <p:nvPr/>
        </p:nvGrpSpPr>
        <p:grpSpPr>
          <a:xfrm rot="10800000" flipV="1">
            <a:off x="3304902" y="1819393"/>
            <a:ext cx="6143897" cy="679267"/>
            <a:chOff x="1697298" y="2537668"/>
            <a:chExt cx="7703880" cy="403061"/>
          </a:xfrm>
        </p:grpSpPr>
        <p:sp>
          <p:nvSpPr>
            <p:cNvPr id="12" name="Rectangle 11">
              <a:extLst>
                <a:ext uri="{FF2B5EF4-FFF2-40B4-BE49-F238E27FC236}">
                  <a16:creationId xmlns:a16="http://schemas.microsoft.com/office/drawing/2014/main" id="{86316334-B665-386F-8126-9BB82879CA65}"/>
                </a:ext>
              </a:extLst>
            </p:cNvPr>
            <p:cNvSpPr/>
            <p:nvPr/>
          </p:nvSpPr>
          <p:spPr>
            <a:xfrm>
              <a:off x="1697298" y="2587137"/>
              <a:ext cx="7703880" cy="300494"/>
            </a:xfrm>
            <a:prstGeom prst="rect">
              <a:avLst/>
            </a:prstGeom>
            <a:solidFill>
              <a:srgbClr val="FFFF00">
                <a:alpha val="29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457200" rtl="0" fontAlgn="base">
                <a:spcBef>
                  <a:spcPct val="0"/>
                </a:spcBef>
                <a:spcAft>
                  <a:spcPct val="0"/>
                </a:spcAft>
                <a:defRPr kern="1200">
                  <a:solidFill>
                    <a:schemeClr val="lt1"/>
                  </a:solidFill>
                  <a:latin typeface="+mn-lt"/>
                  <a:ea typeface="+mn-ea"/>
                  <a:cs typeface="+mn-cs"/>
                </a:defRPr>
              </a:lvl1pPr>
              <a:lvl2pPr marL="457200" algn="l" defTabSz="457200" rtl="0" fontAlgn="base">
                <a:spcBef>
                  <a:spcPct val="0"/>
                </a:spcBef>
                <a:spcAft>
                  <a:spcPct val="0"/>
                </a:spcAft>
                <a:defRPr kern="1200">
                  <a:solidFill>
                    <a:schemeClr val="lt1"/>
                  </a:solidFill>
                  <a:latin typeface="+mn-lt"/>
                  <a:ea typeface="+mn-ea"/>
                  <a:cs typeface="+mn-cs"/>
                </a:defRPr>
              </a:lvl2pPr>
              <a:lvl3pPr marL="914400" algn="l" defTabSz="457200" rtl="0" fontAlgn="base">
                <a:spcBef>
                  <a:spcPct val="0"/>
                </a:spcBef>
                <a:spcAft>
                  <a:spcPct val="0"/>
                </a:spcAft>
                <a:defRPr kern="1200">
                  <a:solidFill>
                    <a:schemeClr val="lt1"/>
                  </a:solidFill>
                  <a:latin typeface="+mn-lt"/>
                  <a:ea typeface="+mn-ea"/>
                  <a:cs typeface="+mn-cs"/>
                </a:defRPr>
              </a:lvl3pPr>
              <a:lvl4pPr marL="1371600" algn="l" defTabSz="457200" rtl="0" fontAlgn="base">
                <a:spcBef>
                  <a:spcPct val="0"/>
                </a:spcBef>
                <a:spcAft>
                  <a:spcPct val="0"/>
                </a:spcAft>
                <a:defRPr kern="1200">
                  <a:solidFill>
                    <a:schemeClr val="lt1"/>
                  </a:solidFill>
                  <a:latin typeface="+mn-lt"/>
                  <a:ea typeface="+mn-ea"/>
                  <a:cs typeface="+mn-cs"/>
                </a:defRPr>
              </a:lvl4pPr>
              <a:lvl5pPr marL="1828800" algn="l" defTabSz="457200"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sp>
          <p:nvSpPr>
            <p:cNvPr id="14" name="Minus Sign 2">
              <a:extLst>
                <a:ext uri="{FF2B5EF4-FFF2-40B4-BE49-F238E27FC236}">
                  <a16:creationId xmlns:a16="http://schemas.microsoft.com/office/drawing/2014/main" id="{72F4E967-E11F-C02E-7C67-1CF4FE654F17}"/>
                </a:ext>
              </a:extLst>
            </p:cNvPr>
            <p:cNvSpPr/>
            <p:nvPr/>
          </p:nvSpPr>
          <p:spPr>
            <a:xfrm rot="5400000">
              <a:off x="2650959" y="2547696"/>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Minus Sign 5">
              <a:extLst>
                <a:ext uri="{FF2B5EF4-FFF2-40B4-BE49-F238E27FC236}">
                  <a16:creationId xmlns:a16="http://schemas.microsoft.com/office/drawing/2014/main" id="{79C91875-543C-90C6-7130-17799A579052}"/>
                </a:ext>
              </a:extLst>
            </p:cNvPr>
            <p:cNvSpPr/>
            <p:nvPr/>
          </p:nvSpPr>
          <p:spPr>
            <a:xfrm rot="5400000">
              <a:off x="2330116" y="2547696"/>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Minus Sign 7">
              <a:extLst>
                <a:ext uri="{FF2B5EF4-FFF2-40B4-BE49-F238E27FC236}">
                  <a16:creationId xmlns:a16="http://schemas.microsoft.com/office/drawing/2014/main" id="{3C52DEDA-E5EB-51C8-9732-505F5CC99790}"/>
                </a:ext>
              </a:extLst>
            </p:cNvPr>
            <p:cNvSpPr/>
            <p:nvPr/>
          </p:nvSpPr>
          <p:spPr>
            <a:xfrm rot="5400000">
              <a:off x="2961775"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Minus Sign 8">
              <a:extLst>
                <a:ext uri="{FF2B5EF4-FFF2-40B4-BE49-F238E27FC236}">
                  <a16:creationId xmlns:a16="http://schemas.microsoft.com/office/drawing/2014/main" id="{8A33A77F-95E8-4C0A-ABDD-B4BB694E1C31}"/>
                </a:ext>
              </a:extLst>
            </p:cNvPr>
            <p:cNvSpPr/>
            <p:nvPr/>
          </p:nvSpPr>
          <p:spPr>
            <a:xfrm rot="5400000">
              <a:off x="3272591" y="2547696"/>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Minus Sign 9">
              <a:extLst>
                <a:ext uri="{FF2B5EF4-FFF2-40B4-BE49-F238E27FC236}">
                  <a16:creationId xmlns:a16="http://schemas.microsoft.com/office/drawing/2014/main" id="{41921D45-B795-2777-097A-BA06F148CA7F}"/>
                </a:ext>
              </a:extLst>
            </p:cNvPr>
            <p:cNvSpPr/>
            <p:nvPr/>
          </p:nvSpPr>
          <p:spPr>
            <a:xfrm rot="5400000">
              <a:off x="3563353"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Minus Sign 10">
              <a:extLst>
                <a:ext uri="{FF2B5EF4-FFF2-40B4-BE49-F238E27FC236}">
                  <a16:creationId xmlns:a16="http://schemas.microsoft.com/office/drawing/2014/main" id="{52A98623-83C7-0B20-6991-5FE763A866D1}"/>
                </a:ext>
              </a:extLst>
            </p:cNvPr>
            <p:cNvSpPr/>
            <p:nvPr/>
          </p:nvSpPr>
          <p:spPr>
            <a:xfrm rot="5400000">
              <a:off x="3854117" y="2547696"/>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Minus Sign 12">
              <a:extLst>
                <a:ext uri="{FF2B5EF4-FFF2-40B4-BE49-F238E27FC236}">
                  <a16:creationId xmlns:a16="http://schemas.microsoft.com/office/drawing/2014/main" id="{13D47AF8-B4F5-6428-E3E3-0A02F5FE97A0}"/>
                </a:ext>
              </a:extLst>
            </p:cNvPr>
            <p:cNvSpPr/>
            <p:nvPr/>
          </p:nvSpPr>
          <p:spPr>
            <a:xfrm rot="5400000">
              <a:off x="4134853" y="2547696"/>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Minus Sign 13">
              <a:extLst>
                <a:ext uri="{FF2B5EF4-FFF2-40B4-BE49-F238E27FC236}">
                  <a16:creationId xmlns:a16="http://schemas.microsoft.com/office/drawing/2014/main" id="{39B5C434-C752-D3D7-3274-CEB544F5493B}"/>
                </a:ext>
              </a:extLst>
            </p:cNvPr>
            <p:cNvSpPr/>
            <p:nvPr/>
          </p:nvSpPr>
          <p:spPr>
            <a:xfrm rot="5400000">
              <a:off x="4405564"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Minus Sign 15">
              <a:extLst>
                <a:ext uri="{FF2B5EF4-FFF2-40B4-BE49-F238E27FC236}">
                  <a16:creationId xmlns:a16="http://schemas.microsoft.com/office/drawing/2014/main" id="{1CA97D80-6D7C-9F85-ED66-0FE6F422603A}"/>
                </a:ext>
              </a:extLst>
            </p:cNvPr>
            <p:cNvSpPr/>
            <p:nvPr/>
          </p:nvSpPr>
          <p:spPr>
            <a:xfrm rot="5400000">
              <a:off x="4676275" y="2547696"/>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Minus Sign 18">
              <a:extLst>
                <a:ext uri="{FF2B5EF4-FFF2-40B4-BE49-F238E27FC236}">
                  <a16:creationId xmlns:a16="http://schemas.microsoft.com/office/drawing/2014/main" id="{5DA29699-A229-69B3-2BF2-5E24ECD3A90A}"/>
                </a:ext>
              </a:extLst>
            </p:cNvPr>
            <p:cNvSpPr/>
            <p:nvPr/>
          </p:nvSpPr>
          <p:spPr>
            <a:xfrm rot="5400000">
              <a:off x="8930206"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Minus Sign 19">
              <a:extLst>
                <a:ext uri="{FF2B5EF4-FFF2-40B4-BE49-F238E27FC236}">
                  <a16:creationId xmlns:a16="http://schemas.microsoft.com/office/drawing/2014/main" id="{23BEE249-9AA9-E74F-AF83-3F3E2F6AD12D}"/>
                </a:ext>
              </a:extLst>
            </p:cNvPr>
            <p:cNvSpPr/>
            <p:nvPr/>
          </p:nvSpPr>
          <p:spPr>
            <a:xfrm rot="5400000">
              <a:off x="8648854"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Minus Sign 20">
              <a:extLst>
                <a:ext uri="{FF2B5EF4-FFF2-40B4-BE49-F238E27FC236}">
                  <a16:creationId xmlns:a16="http://schemas.microsoft.com/office/drawing/2014/main" id="{D79DFA14-17F9-6897-5608-3DE77E6BB724}"/>
                </a:ext>
              </a:extLst>
            </p:cNvPr>
            <p:cNvSpPr/>
            <p:nvPr/>
          </p:nvSpPr>
          <p:spPr>
            <a:xfrm rot="5400000">
              <a:off x="8367501"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Minus Sign 21">
              <a:extLst>
                <a:ext uri="{FF2B5EF4-FFF2-40B4-BE49-F238E27FC236}">
                  <a16:creationId xmlns:a16="http://schemas.microsoft.com/office/drawing/2014/main" id="{02D7464E-F2A1-B01A-451D-733EE93C2D26}"/>
                </a:ext>
              </a:extLst>
            </p:cNvPr>
            <p:cNvSpPr/>
            <p:nvPr/>
          </p:nvSpPr>
          <p:spPr>
            <a:xfrm rot="5400000">
              <a:off x="8097867" y="2547694"/>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Minus Sign 22">
              <a:extLst>
                <a:ext uri="{FF2B5EF4-FFF2-40B4-BE49-F238E27FC236}">
                  <a16:creationId xmlns:a16="http://schemas.microsoft.com/office/drawing/2014/main" id="{38A827C4-A24B-5C8C-EF71-B097158B44EA}"/>
                </a:ext>
              </a:extLst>
            </p:cNvPr>
            <p:cNvSpPr/>
            <p:nvPr/>
          </p:nvSpPr>
          <p:spPr>
            <a:xfrm rot="5400000">
              <a:off x="7828238" y="2547694"/>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Minus Sign 23">
              <a:extLst>
                <a:ext uri="{FF2B5EF4-FFF2-40B4-BE49-F238E27FC236}">
                  <a16:creationId xmlns:a16="http://schemas.microsoft.com/office/drawing/2014/main" id="{F05E0F3C-7C77-A715-0DB6-4D853FD4394D}"/>
                </a:ext>
              </a:extLst>
            </p:cNvPr>
            <p:cNvSpPr/>
            <p:nvPr/>
          </p:nvSpPr>
          <p:spPr>
            <a:xfrm rot="5400000">
              <a:off x="7535161" y="2547694"/>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Minus Sign 24">
              <a:extLst>
                <a:ext uri="{FF2B5EF4-FFF2-40B4-BE49-F238E27FC236}">
                  <a16:creationId xmlns:a16="http://schemas.microsoft.com/office/drawing/2014/main" id="{F4C7AC1B-47D3-FD9A-8976-03327872B695}"/>
                </a:ext>
              </a:extLst>
            </p:cNvPr>
            <p:cNvSpPr/>
            <p:nvPr/>
          </p:nvSpPr>
          <p:spPr>
            <a:xfrm rot="5400000">
              <a:off x="7242084" y="2547694"/>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Minus Sign 25">
              <a:extLst>
                <a:ext uri="{FF2B5EF4-FFF2-40B4-BE49-F238E27FC236}">
                  <a16:creationId xmlns:a16="http://schemas.microsoft.com/office/drawing/2014/main" id="{637DB3CC-FE11-55B3-6F19-565FD2974442}"/>
                </a:ext>
              </a:extLst>
            </p:cNvPr>
            <p:cNvSpPr/>
            <p:nvPr/>
          </p:nvSpPr>
          <p:spPr>
            <a:xfrm rot="5400000">
              <a:off x="6972453" y="2547694"/>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Minus Sign 26">
              <a:extLst>
                <a:ext uri="{FF2B5EF4-FFF2-40B4-BE49-F238E27FC236}">
                  <a16:creationId xmlns:a16="http://schemas.microsoft.com/office/drawing/2014/main" id="{B1949EE8-915F-A4ED-FCC4-65D03E8A8DAA}"/>
                </a:ext>
              </a:extLst>
            </p:cNvPr>
            <p:cNvSpPr/>
            <p:nvPr/>
          </p:nvSpPr>
          <p:spPr>
            <a:xfrm rot="5400000">
              <a:off x="6679377"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Minus Sign 27">
              <a:extLst>
                <a:ext uri="{FF2B5EF4-FFF2-40B4-BE49-F238E27FC236}">
                  <a16:creationId xmlns:a16="http://schemas.microsoft.com/office/drawing/2014/main" id="{3F8A6906-9233-2B06-E9AF-E6C95C13915E}"/>
                </a:ext>
              </a:extLst>
            </p:cNvPr>
            <p:cNvSpPr/>
            <p:nvPr/>
          </p:nvSpPr>
          <p:spPr>
            <a:xfrm rot="5400000">
              <a:off x="6398024"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Minus Sign 29">
              <a:extLst>
                <a:ext uri="{FF2B5EF4-FFF2-40B4-BE49-F238E27FC236}">
                  <a16:creationId xmlns:a16="http://schemas.microsoft.com/office/drawing/2014/main" id="{62B67F21-FA4B-B69E-E87C-A65CB6D86622}"/>
                </a:ext>
              </a:extLst>
            </p:cNvPr>
            <p:cNvSpPr/>
            <p:nvPr/>
          </p:nvSpPr>
          <p:spPr>
            <a:xfrm rot="5400000">
              <a:off x="2060485"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Minus Sign 30">
              <a:extLst>
                <a:ext uri="{FF2B5EF4-FFF2-40B4-BE49-F238E27FC236}">
                  <a16:creationId xmlns:a16="http://schemas.microsoft.com/office/drawing/2014/main" id="{0BDEF0BF-533E-B1AA-9328-819E50A638F1}"/>
                </a:ext>
              </a:extLst>
            </p:cNvPr>
            <p:cNvSpPr/>
            <p:nvPr/>
          </p:nvSpPr>
          <p:spPr>
            <a:xfrm rot="5400000">
              <a:off x="1732238" y="2547695"/>
              <a:ext cx="403059" cy="383007"/>
            </a:xfrm>
            <a:prstGeom prst="mathMinus">
              <a:avLst/>
            </a:prstGeom>
            <a:solidFill>
              <a:srgbClr val="7EB9D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61067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7A624-64B0-F549-6375-5438C8A8576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DB99D89-0D20-079C-521C-5B45F421736D}"/>
              </a:ext>
            </a:extLst>
          </p:cNvPr>
          <p:cNvSpPr>
            <a:spLocks noGrp="1"/>
          </p:cNvSpPr>
          <p:nvPr>
            <p:ph type="title"/>
          </p:nvPr>
        </p:nvSpPr>
        <p:spPr/>
        <p:txBody>
          <a:bodyPr/>
          <a:lstStyle/>
          <a:p>
            <a:pPr lvl="0" defTabSz="457200" eaLnBrk="0" fontAlgn="base" hangingPunct="0">
              <a:lnSpc>
                <a:spcPct val="100000"/>
              </a:lnSpc>
              <a:spcBef>
                <a:spcPct val="30000"/>
              </a:spcBef>
              <a:spcAft>
                <a:spcPct val="0"/>
              </a:spcAft>
              <a:defRPr/>
            </a:pPr>
            <a:r>
              <a:rPr lang="en-US" b="0">
                <a:ea typeface="MS PGothic" pitchFamily="34" charset="-128"/>
                <a:cs typeface="ＭＳ Ｐゴシック" charset="0"/>
              </a:rPr>
              <a:t>Introduce the Painted Essay </a:t>
            </a:r>
          </a:p>
        </p:txBody>
      </p:sp>
      <p:sp>
        <p:nvSpPr>
          <p:cNvPr id="11" name="Text Placeholder 10">
            <a:extLst>
              <a:ext uri="{FF2B5EF4-FFF2-40B4-BE49-F238E27FC236}">
                <a16:creationId xmlns:a16="http://schemas.microsoft.com/office/drawing/2014/main" id="{A07931A4-08D5-9737-4908-CCE78243613A}"/>
              </a:ext>
            </a:extLst>
          </p:cNvPr>
          <p:cNvSpPr>
            <a:spLocks noGrp="1"/>
          </p:cNvSpPr>
          <p:nvPr>
            <p:ph type="body" sz="quarter" idx="12"/>
          </p:nvPr>
        </p:nvSpPr>
        <p:spPr/>
        <p:txBody>
          <a:bodyPr/>
          <a:lstStyle/>
          <a:p>
            <a:r>
              <a:rPr lang="en-US"/>
              <a:t>(20 Min.)</a:t>
            </a:r>
          </a:p>
        </p:txBody>
      </p:sp>
      <p:sp>
        <p:nvSpPr>
          <p:cNvPr id="9" name="Text Placeholder 8">
            <a:extLst>
              <a:ext uri="{FF2B5EF4-FFF2-40B4-BE49-F238E27FC236}">
                <a16:creationId xmlns:a16="http://schemas.microsoft.com/office/drawing/2014/main" id="{71CBC0B7-E899-B55D-754E-DDC1304D07E7}"/>
              </a:ext>
            </a:extLst>
          </p:cNvPr>
          <p:cNvSpPr>
            <a:spLocks noGrp="1"/>
          </p:cNvSpPr>
          <p:nvPr>
            <p:ph type="body" sz="quarter" idx="10"/>
          </p:nvPr>
        </p:nvSpPr>
        <p:spPr>
          <a:xfrm>
            <a:off x="155004" y="874020"/>
            <a:ext cx="2167128" cy="3077766"/>
          </a:xfrm>
        </p:spPr>
        <p:txBody>
          <a:bodyPr/>
          <a:lstStyle/>
          <a:p>
            <a:r>
              <a:rPr lang="en-US"/>
              <a:t>Collaborate</a:t>
            </a:r>
          </a:p>
          <a:p>
            <a:pPr lvl="1"/>
            <a:r>
              <a:rPr lang="en-US"/>
              <a:t>Put your finger on the last paragraph.</a:t>
            </a:r>
          </a:p>
          <a:p>
            <a:pPr lvl="1"/>
            <a:r>
              <a:rPr lang="en-US"/>
              <a:t>Mix yellow and blue to combine these ideas and see what you get.</a:t>
            </a:r>
          </a:p>
          <a:p>
            <a:pPr lvl="1"/>
            <a:r>
              <a:rPr lang="en-US"/>
              <a:t>Lightly paint or color the </a:t>
            </a:r>
            <a:r>
              <a:rPr lang="en-US" b="1"/>
              <a:t>conclusion</a:t>
            </a:r>
            <a:r>
              <a:rPr lang="en-US"/>
              <a:t> a unique shade of green.</a:t>
            </a:r>
          </a:p>
        </p:txBody>
      </p:sp>
      <p:sp>
        <p:nvSpPr>
          <p:cNvPr id="10" name="Text Placeholder 9">
            <a:extLst>
              <a:ext uri="{FF2B5EF4-FFF2-40B4-BE49-F238E27FC236}">
                <a16:creationId xmlns:a16="http://schemas.microsoft.com/office/drawing/2014/main" id="{B007E27E-705F-7630-C328-C4A6097D7C59}"/>
              </a:ext>
            </a:extLst>
          </p:cNvPr>
          <p:cNvSpPr>
            <a:spLocks noGrp="1"/>
          </p:cNvSpPr>
          <p:nvPr>
            <p:ph type="body" sz="quarter" idx="11"/>
          </p:nvPr>
        </p:nvSpPr>
        <p:spPr>
          <a:xfrm>
            <a:off x="10259732" y="852829"/>
            <a:ext cx="1777264" cy="2862322"/>
          </a:xfrm>
        </p:spPr>
        <p:txBody>
          <a:bodyPr/>
          <a:lstStyle/>
          <a:p>
            <a:r>
              <a:rPr lang="en-US" dirty="0"/>
              <a:t>Learning Outcome</a:t>
            </a:r>
          </a:p>
          <a:p>
            <a:pPr lvl="1"/>
            <a:r>
              <a:rPr lang="en-US" dirty="0"/>
              <a:t>I will learn about the structure of the Painted Essay.</a:t>
            </a:r>
          </a:p>
          <a:p>
            <a:pPr lvl="2"/>
            <a:r>
              <a:rPr lang="en-US" dirty="0"/>
              <a:t>Teach</a:t>
            </a:r>
          </a:p>
          <a:p>
            <a:pPr marL="0" lvl="4" indent="0">
              <a:buNone/>
            </a:pPr>
            <a:r>
              <a:rPr lang="en-US" i="1" dirty="0">
                <a:solidFill>
                  <a:srgbClr val="0070C0"/>
                </a:solidFill>
              </a:rPr>
              <a:t>This is the conclusion. In the conclusion, you want to remind the reader of your focus, the “What?” but also add in your own thinking about why what you said is important, the “So What?”</a:t>
            </a:r>
          </a:p>
          <a:p>
            <a:pPr marL="0" lvl="4" indent="0">
              <a:buNone/>
            </a:pPr>
            <a:r>
              <a:rPr lang="en-US" i="1" dirty="0">
                <a:solidFill>
                  <a:srgbClr val="0070C0"/>
                </a:solidFill>
              </a:rPr>
              <a:t>If you look around, you’ll see lot’s of different shades of green. These shades are like our ideas, unique.</a:t>
            </a:r>
          </a:p>
        </p:txBody>
      </p:sp>
      <p:pic>
        <p:nvPicPr>
          <p:cNvPr id="4" name="Picture 3">
            <a:extLst>
              <a:ext uri="{FF2B5EF4-FFF2-40B4-BE49-F238E27FC236}">
                <a16:creationId xmlns:a16="http://schemas.microsoft.com/office/drawing/2014/main" id="{0AF7688F-BE61-6A07-AE54-8431D8554EB1}"/>
              </a:ext>
            </a:extLst>
          </p:cNvPr>
          <p:cNvPicPr>
            <a:picLocks noChangeAspect="1"/>
          </p:cNvPicPr>
          <p:nvPr/>
        </p:nvPicPr>
        <p:blipFill>
          <a:blip r:embed="rId3"/>
          <a:stretch>
            <a:fillRect/>
          </a:stretch>
        </p:blipFill>
        <p:spPr>
          <a:xfrm>
            <a:off x="2685593" y="1652434"/>
            <a:ext cx="7161512" cy="2544851"/>
          </a:xfrm>
          <a:prstGeom prst="rect">
            <a:avLst/>
          </a:prstGeom>
        </p:spPr>
      </p:pic>
      <p:sp>
        <p:nvSpPr>
          <p:cNvPr id="3" name="Rectangle: Rounded Corners 13">
            <a:extLst>
              <a:ext uri="{FF2B5EF4-FFF2-40B4-BE49-F238E27FC236}">
                <a16:creationId xmlns:a16="http://schemas.microsoft.com/office/drawing/2014/main" id="{139F6E8F-2BB4-3A85-B7E1-0B9D8F64F1F0}"/>
              </a:ext>
            </a:extLst>
          </p:cNvPr>
          <p:cNvSpPr/>
          <p:nvPr/>
        </p:nvSpPr>
        <p:spPr>
          <a:xfrm>
            <a:off x="2821844" y="2412903"/>
            <a:ext cx="6975299" cy="1662068"/>
          </a:xfrm>
          <a:prstGeom prst="rect">
            <a:avLst/>
          </a:prstGeom>
          <a:solidFill>
            <a:srgbClr val="00B050">
              <a:alpha val="46000"/>
            </a:srgbClr>
          </a:solidFill>
          <a:ln>
            <a:no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a:p>
        </p:txBody>
      </p:sp>
      <p:sp>
        <p:nvSpPr>
          <p:cNvPr id="5" name="Rectangle: Rounded Corners 13">
            <a:extLst>
              <a:ext uri="{FF2B5EF4-FFF2-40B4-BE49-F238E27FC236}">
                <a16:creationId xmlns:a16="http://schemas.microsoft.com/office/drawing/2014/main" id="{B032D7B5-8D7D-C3A3-F669-7DE5E6774BA3}"/>
              </a:ext>
            </a:extLst>
          </p:cNvPr>
          <p:cNvSpPr/>
          <p:nvPr/>
        </p:nvSpPr>
        <p:spPr>
          <a:xfrm>
            <a:off x="3359910" y="1862397"/>
            <a:ext cx="6437234" cy="550506"/>
          </a:xfrm>
          <a:prstGeom prst="rect">
            <a:avLst/>
          </a:prstGeom>
          <a:solidFill>
            <a:srgbClr val="00B050">
              <a:alpha val="46000"/>
            </a:srgbClr>
          </a:solidFill>
          <a:ln>
            <a:noFill/>
          </a:ln>
        </p:spPr>
        <p:style>
          <a:lnRef idx="2">
            <a:schemeClr val="dk1"/>
          </a:lnRef>
          <a:fillRef idx="1">
            <a:schemeClr val="lt1"/>
          </a:fillRef>
          <a:effectRef idx="0">
            <a:schemeClr val="dk1"/>
          </a:effectRef>
          <a:fontRef idx="minor">
            <a:schemeClr val="dk1"/>
          </a:fontRef>
        </p:style>
        <p:txBody>
          <a:bodyPr rtlCol="0" anchor="ctr"/>
          <a:lstStyle>
            <a:defPPr>
              <a:defRPr lang="en-US"/>
            </a:defPPr>
            <a:lvl1pPr algn="l" defTabSz="457200" rtl="0" fontAlgn="base">
              <a:spcBef>
                <a:spcPct val="0"/>
              </a:spcBef>
              <a:spcAft>
                <a:spcPct val="0"/>
              </a:spcAft>
              <a:defRPr kern="1200">
                <a:solidFill>
                  <a:schemeClr val="dk1"/>
                </a:solidFill>
                <a:latin typeface="+mn-lt"/>
                <a:ea typeface="+mn-ea"/>
                <a:cs typeface="+mn-cs"/>
              </a:defRPr>
            </a:lvl1pPr>
            <a:lvl2pPr marL="457200" algn="l" defTabSz="457200" rtl="0" fontAlgn="base">
              <a:spcBef>
                <a:spcPct val="0"/>
              </a:spcBef>
              <a:spcAft>
                <a:spcPct val="0"/>
              </a:spcAft>
              <a:defRPr kern="1200">
                <a:solidFill>
                  <a:schemeClr val="dk1"/>
                </a:solidFill>
                <a:latin typeface="+mn-lt"/>
                <a:ea typeface="+mn-ea"/>
                <a:cs typeface="+mn-cs"/>
              </a:defRPr>
            </a:lvl2pPr>
            <a:lvl3pPr marL="914400" algn="l" defTabSz="457200" rtl="0" fontAlgn="base">
              <a:spcBef>
                <a:spcPct val="0"/>
              </a:spcBef>
              <a:spcAft>
                <a:spcPct val="0"/>
              </a:spcAft>
              <a:defRPr kern="1200">
                <a:solidFill>
                  <a:schemeClr val="dk1"/>
                </a:solidFill>
                <a:latin typeface="+mn-lt"/>
                <a:ea typeface="+mn-ea"/>
                <a:cs typeface="+mn-cs"/>
              </a:defRPr>
            </a:lvl3pPr>
            <a:lvl4pPr marL="1371600" algn="l" defTabSz="457200" rtl="0" fontAlgn="base">
              <a:spcBef>
                <a:spcPct val="0"/>
              </a:spcBef>
              <a:spcAft>
                <a:spcPct val="0"/>
              </a:spcAft>
              <a:defRPr kern="1200">
                <a:solidFill>
                  <a:schemeClr val="dk1"/>
                </a:solidFill>
                <a:latin typeface="+mn-lt"/>
                <a:ea typeface="+mn-ea"/>
                <a:cs typeface="+mn-cs"/>
              </a:defRPr>
            </a:lvl4pPr>
            <a:lvl5pPr marL="1828800" algn="l" defTabSz="457200" rtl="0" fontAlgn="base">
              <a:spcBef>
                <a:spcPct val="0"/>
              </a:spcBef>
              <a:spcAft>
                <a:spcPct val="0"/>
              </a:spcAft>
              <a:defRPr kern="1200">
                <a:solidFill>
                  <a:schemeClr val="dk1"/>
                </a:solidFill>
                <a:latin typeface="+mn-lt"/>
                <a:ea typeface="+mn-ea"/>
                <a:cs typeface="+mn-cs"/>
              </a:defRPr>
            </a:lvl5pPr>
            <a:lvl6pPr marL="2286000" algn="l" defTabSz="914400" rtl="0" eaLnBrk="1" latinLnBrk="0" hangingPunct="1">
              <a:defRPr kern="1200">
                <a:solidFill>
                  <a:schemeClr val="dk1"/>
                </a:solidFill>
                <a:latin typeface="+mn-lt"/>
                <a:ea typeface="+mn-ea"/>
                <a:cs typeface="+mn-cs"/>
              </a:defRPr>
            </a:lvl6pPr>
            <a:lvl7pPr marL="2743200" algn="l" defTabSz="914400" rtl="0" eaLnBrk="1" latinLnBrk="0" hangingPunct="1">
              <a:defRPr kern="1200">
                <a:solidFill>
                  <a:schemeClr val="dk1"/>
                </a:solidFill>
                <a:latin typeface="+mn-lt"/>
                <a:ea typeface="+mn-ea"/>
                <a:cs typeface="+mn-cs"/>
              </a:defRPr>
            </a:lvl7pPr>
            <a:lvl8pPr marL="3200400" algn="l" defTabSz="914400" rtl="0" eaLnBrk="1" latinLnBrk="0" hangingPunct="1">
              <a:defRPr kern="1200">
                <a:solidFill>
                  <a:schemeClr val="dk1"/>
                </a:solidFill>
                <a:latin typeface="+mn-lt"/>
                <a:ea typeface="+mn-ea"/>
                <a:cs typeface="+mn-cs"/>
              </a:defRPr>
            </a:lvl8pPr>
            <a:lvl9pPr marL="3657600" algn="l" defTabSz="914400" rtl="0" eaLnBrk="1" latinLnBrk="0" hangingPunct="1">
              <a:defRPr kern="1200">
                <a:solidFill>
                  <a:schemeClr val="dk1"/>
                </a:solidFill>
                <a:latin typeface="+mn-lt"/>
                <a:ea typeface="+mn-ea"/>
                <a:cs typeface="+mn-cs"/>
              </a:defRPr>
            </a:lvl9pPr>
          </a:lstStyle>
          <a:p>
            <a:pPr algn="ctr"/>
            <a:endParaRPr lang="en-US"/>
          </a:p>
        </p:txBody>
      </p:sp>
    </p:spTree>
    <p:extLst>
      <p:ext uri="{BB962C8B-B14F-4D97-AF65-F5344CB8AC3E}">
        <p14:creationId xmlns:p14="http://schemas.microsoft.com/office/powerpoint/2010/main" val="4131227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AEA3F-B140-144A-2987-14E1DC5F75B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F45EB5C-2AD8-E80E-52EB-06D20FFBE6CD}"/>
              </a:ext>
            </a:extLst>
          </p:cNvPr>
          <p:cNvSpPr>
            <a:spLocks noGrp="1"/>
          </p:cNvSpPr>
          <p:nvPr>
            <p:ph type="title"/>
          </p:nvPr>
        </p:nvSpPr>
        <p:spPr/>
        <p:txBody>
          <a:bodyPr/>
          <a:lstStyle/>
          <a:p>
            <a:r>
              <a:rPr lang="en-US" b="0"/>
              <a:t>Debrief the Painted Essay</a:t>
            </a:r>
            <a:endParaRPr lang="en-US"/>
          </a:p>
        </p:txBody>
      </p:sp>
      <p:sp>
        <p:nvSpPr>
          <p:cNvPr id="11" name="Text Placeholder 10">
            <a:extLst>
              <a:ext uri="{FF2B5EF4-FFF2-40B4-BE49-F238E27FC236}">
                <a16:creationId xmlns:a16="http://schemas.microsoft.com/office/drawing/2014/main" id="{348B84F5-58BC-2DDD-8D5C-7FA7030F6FD6}"/>
              </a:ext>
            </a:extLst>
          </p:cNvPr>
          <p:cNvSpPr>
            <a:spLocks noGrp="1"/>
          </p:cNvSpPr>
          <p:nvPr>
            <p:ph type="body" sz="quarter" idx="12"/>
          </p:nvPr>
        </p:nvSpPr>
        <p:spPr/>
        <p:txBody>
          <a:bodyPr/>
          <a:lstStyle/>
          <a:p>
            <a:r>
              <a:rPr lang="en-US"/>
              <a:t>(9 Min.)</a:t>
            </a:r>
          </a:p>
        </p:txBody>
      </p:sp>
      <p:sp>
        <p:nvSpPr>
          <p:cNvPr id="9" name="Text Placeholder 8">
            <a:extLst>
              <a:ext uri="{FF2B5EF4-FFF2-40B4-BE49-F238E27FC236}">
                <a16:creationId xmlns:a16="http://schemas.microsoft.com/office/drawing/2014/main" id="{8B2EDB85-C518-DC48-92AE-432CBE7696FD}"/>
              </a:ext>
            </a:extLst>
          </p:cNvPr>
          <p:cNvSpPr>
            <a:spLocks noGrp="1"/>
          </p:cNvSpPr>
          <p:nvPr>
            <p:ph type="body" sz="quarter" idx="10"/>
          </p:nvPr>
        </p:nvSpPr>
        <p:spPr>
          <a:xfrm>
            <a:off x="155004" y="874020"/>
            <a:ext cx="2167128" cy="2139047"/>
          </a:xfrm>
        </p:spPr>
        <p:txBody>
          <a:bodyPr/>
          <a:lstStyle/>
          <a:p>
            <a:r>
              <a:rPr lang="en-US"/>
              <a:t>Collaborate</a:t>
            </a:r>
          </a:p>
          <a:p>
            <a:pPr lvl="1"/>
            <a:r>
              <a:rPr lang="en-US"/>
              <a:t>Show your partner the paragraph that has the job of </a:t>
            </a:r>
            <a:r>
              <a:rPr lang="en-US" b="1"/>
              <a:t>wrapping up the essay</a:t>
            </a:r>
            <a:r>
              <a:rPr lang="en-US"/>
              <a:t>. </a:t>
            </a:r>
          </a:p>
          <a:p>
            <a:pPr lvl="1"/>
            <a:r>
              <a:rPr lang="en-US"/>
              <a:t>Why is it colored green?</a:t>
            </a:r>
          </a:p>
        </p:txBody>
      </p:sp>
      <p:sp>
        <p:nvSpPr>
          <p:cNvPr id="10" name="Text Placeholder 9">
            <a:extLst>
              <a:ext uri="{FF2B5EF4-FFF2-40B4-BE49-F238E27FC236}">
                <a16:creationId xmlns:a16="http://schemas.microsoft.com/office/drawing/2014/main" id="{B9DDFDD4-4C9D-0B5B-29C0-EF02A8FFC98E}"/>
              </a:ext>
            </a:extLst>
          </p:cNvPr>
          <p:cNvSpPr>
            <a:spLocks noGrp="1"/>
          </p:cNvSpPr>
          <p:nvPr>
            <p:ph type="body" sz="quarter" idx="11"/>
          </p:nvPr>
        </p:nvSpPr>
        <p:spPr>
          <a:xfrm>
            <a:off x="10259732" y="852829"/>
            <a:ext cx="1777264" cy="697627"/>
          </a:xfrm>
        </p:spPr>
        <p:txBody>
          <a:bodyPr/>
          <a:lstStyle/>
          <a:p>
            <a:r>
              <a:rPr lang="en-US"/>
              <a:t>Learning Outcome</a:t>
            </a:r>
          </a:p>
          <a:p>
            <a:pPr lvl="1"/>
            <a:r>
              <a:rPr lang="en-US"/>
              <a:t>I will learn about the structure of the Painted Essay.</a:t>
            </a:r>
          </a:p>
        </p:txBody>
      </p:sp>
      <p:sp>
        <p:nvSpPr>
          <p:cNvPr id="21" name="Right Arrow 20">
            <a:extLst>
              <a:ext uri="{FF2B5EF4-FFF2-40B4-BE49-F238E27FC236}">
                <a16:creationId xmlns:a16="http://schemas.microsoft.com/office/drawing/2014/main" id="{A793FD75-CD87-7EAA-249E-CB14EB7A1C17}"/>
              </a:ext>
            </a:extLst>
          </p:cNvPr>
          <p:cNvSpPr/>
          <p:nvPr/>
        </p:nvSpPr>
        <p:spPr>
          <a:xfrm>
            <a:off x="4058011" y="5769686"/>
            <a:ext cx="1082724" cy="420129"/>
          </a:xfrm>
          <a:prstGeom prst="rightArrow">
            <a:avLst/>
          </a:prstGeom>
          <a:solidFill>
            <a:srgbClr val="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pic>
        <p:nvPicPr>
          <p:cNvPr id="3" name="Picture 2">
            <a:extLst>
              <a:ext uri="{FF2B5EF4-FFF2-40B4-BE49-F238E27FC236}">
                <a16:creationId xmlns:a16="http://schemas.microsoft.com/office/drawing/2014/main" id="{B0003DCF-B85E-FD01-7006-FE58DA5DB74E}"/>
              </a:ext>
            </a:extLst>
          </p:cNvPr>
          <p:cNvPicPr>
            <a:picLocks noChangeAspect="1"/>
          </p:cNvPicPr>
          <p:nvPr/>
        </p:nvPicPr>
        <p:blipFill>
          <a:blip r:embed="rId3"/>
          <a:srcRect l="1118" t="2790" r="1167"/>
          <a:stretch>
            <a:fillRect/>
          </a:stretch>
        </p:blipFill>
        <p:spPr>
          <a:xfrm>
            <a:off x="5442328" y="548376"/>
            <a:ext cx="3643193" cy="1709519"/>
          </a:xfrm>
          <a:prstGeom prst="rect">
            <a:avLst/>
          </a:prstGeom>
        </p:spPr>
      </p:pic>
      <p:pic>
        <p:nvPicPr>
          <p:cNvPr id="4" name="Picture 3">
            <a:extLst>
              <a:ext uri="{FF2B5EF4-FFF2-40B4-BE49-F238E27FC236}">
                <a16:creationId xmlns:a16="http://schemas.microsoft.com/office/drawing/2014/main" id="{CA2E3347-8C51-4EE2-F422-E5AEC26FADCC}"/>
              </a:ext>
            </a:extLst>
          </p:cNvPr>
          <p:cNvPicPr>
            <a:picLocks noChangeAspect="1"/>
          </p:cNvPicPr>
          <p:nvPr/>
        </p:nvPicPr>
        <p:blipFill>
          <a:blip r:embed="rId4"/>
          <a:srcRect l="1916" t="4957" r="2284"/>
          <a:stretch>
            <a:fillRect/>
          </a:stretch>
        </p:blipFill>
        <p:spPr>
          <a:xfrm>
            <a:off x="5442328" y="2257895"/>
            <a:ext cx="3643193" cy="1486268"/>
          </a:xfrm>
          <a:prstGeom prst="rect">
            <a:avLst/>
          </a:prstGeom>
        </p:spPr>
      </p:pic>
      <p:pic>
        <p:nvPicPr>
          <p:cNvPr id="5" name="Picture 4">
            <a:extLst>
              <a:ext uri="{FF2B5EF4-FFF2-40B4-BE49-F238E27FC236}">
                <a16:creationId xmlns:a16="http://schemas.microsoft.com/office/drawing/2014/main" id="{72D25C00-0371-CC7D-57B3-6BBFFC64A1C9}"/>
              </a:ext>
            </a:extLst>
          </p:cNvPr>
          <p:cNvPicPr>
            <a:picLocks noChangeAspect="1"/>
          </p:cNvPicPr>
          <p:nvPr/>
        </p:nvPicPr>
        <p:blipFill>
          <a:blip r:embed="rId5"/>
          <a:srcRect l="2969" r="3284" b="1729"/>
          <a:stretch>
            <a:fillRect/>
          </a:stretch>
        </p:blipFill>
        <p:spPr>
          <a:xfrm>
            <a:off x="5437496" y="3647229"/>
            <a:ext cx="3643193" cy="1692076"/>
          </a:xfrm>
          <a:prstGeom prst="rect">
            <a:avLst/>
          </a:prstGeom>
        </p:spPr>
      </p:pic>
      <p:pic>
        <p:nvPicPr>
          <p:cNvPr id="6" name="Picture 5">
            <a:extLst>
              <a:ext uri="{FF2B5EF4-FFF2-40B4-BE49-F238E27FC236}">
                <a16:creationId xmlns:a16="http://schemas.microsoft.com/office/drawing/2014/main" id="{E67E3673-640F-C728-40AC-E00192AEE909}"/>
              </a:ext>
            </a:extLst>
          </p:cNvPr>
          <p:cNvPicPr>
            <a:picLocks noChangeAspect="1"/>
          </p:cNvPicPr>
          <p:nvPr/>
        </p:nvPicPr>
        <p:blipFill>
          <a:blip r:embed="rId6"/>
          <a:srcRect l="1554" t="7332" r="1290" b="5021"/>
          <a:stretch>
            <a:fillRect/>
          </a:stretch>
        </p:blipFill>
        <p:spPr>
          <a:xfrm>
            <a:off x="5437496" y="5305095"/>
            <a:ext cx="3643193" cy="1282406"/>
          </a:xfrm>
          <a:prstGeom prst="rect">
            <a:avLst/>
          </a:prstGeom>
        </p:spPr>
      </p:pic>
    </p:spTree>
    <p:extLst>
      <p:ext uri="{BB962C8B-B14F-4D97-AF65-F5344CB8AC3E}">
        <p14:creationId xmlns:p14="http://schemas.microsoft.com/office/powerpoint/2010/main" val="113412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38C82-71B9-D880-5EF3-E9769ADBAD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2EE70A8-C1CF-EFD1-FF04-72E813D9F2BE}"/>
              </a:ext>
            </a:extLst>
          </p:cNvPr>
          <p:cNvSpPr>
            <a:spLocks noGrp="1"/>
          </p:cNvSpPr>
          <p:nvPr>
            <p:ph type="title"/>
          </p:nvPr>
        </p:nvSpPr>
        <p:spPr/>
        <p:txBody>
          <a:bodyPr/>
          <a:lstStyle/>
          <a:p>
            <a:r>
              <a:rPr lang="en-US" b="0"/>
              <a:t>Debrief the Painted Essay</a:t>
            </a:r>
            <a:endParaRPr lang="en-US"/>
          </a:p>
        </p:txBody>
      </p:sp>
      <p:sp>
        <p:nvSpPr>
          <p:cNvPr id="11" name="Text Placeholder 10">
            <a:extLst>
              <a:ext uri="{FF2B5EF4-FFF2-40B4-BE49-F238E27FC236}">
                <a16:creationId xmlns:a16="http://schemas.microsoft.com/office/drawing/2014/main" id="{ECA67818-D454-3B30-611E-A68E2478D041}"/>
              </a:ext>
            </a:extLst>
          </p:cNvPr>
          <p:cNvSpPr>
            <a:spLocks noGrp="1"/>
          </p:cNvSpPr>
          <p:nvPr>
            <p:ph type="body" sz="quarter" idx="12"/>
          </p:nvPr>
        </p:nvSpPr>
        <p:spPr/>
        <p:txBody>
          <a:bodyPr/>
          <a:lstStyle/>
          <a:p>
            <a:r>
              <a:rPr lang="en-US"/>
              <a:t>(9 Min.)</a:t>
            </a:r>
          </a:p>
        </p:txBody>
      </p:sp>
      <p:sp>
        <p:nvSpPr>
          <p:cNvPr id="9" name="Text Placeholder 8">
            <a:extLst>
              <a:ext uri="{FF2B5EF4-FFF2-40B4-BE49-F238E27FC236}">
                <a16:creationId xmlns:a16="http://schemas.microsoft.com/office/drawing/2014/main" id="{6A7CA200-71B0-55F1-4501-CFBC5E7C78C6}"/>
              </a:ext>
            </a:extLst>
          </p:cNvPr>
          <p:cNvSpPr>
            <a:spLocks noGrp="1"/>
          </p:cNvSpPr>
          <p:nvPr>
            <p:ph type="body" sz="quarter" idx="10"/>
          </p:nvPr>
        </p:nvSpPr>
        <p:spPr>
          <a:xfrm>
            <a:off x="155004" y="874020"/>
            <a:ext cx="2167128" cy="5093702"/>
          </a:xfrm>
        </p:spPr>
        <p:txBody>
          <a:bodyPr/>
          <a:lstStyle/>
          <a:p>
            <a:r>
              <a:rPr lang="en-US"/>
              <a:t>Collaborate</a:t>
            </a:r>
          </a:p>
          <a:p>
            <a:pPr lvl="1"/>
            <a:r>
              <a:rPr lang="en-US"/>
              <a:t>Show your partner the part that has the job of </a:t>
            </a:r>
            <a:r>
              <a:rPr lang="en-US" b="1"/>
              <a:t>giving the reader background information</a:t>
            </a:r>
            <a:r>
              <a:rPr lang="en-US"/>
              <a:t>. </a:t>
            </a:r>
          </a:p>
          <a:p>
            <a:pPr lvl="1"/>
            <a:r>
              <a:rPr lang="en-US"/>
              <a:t>What color is it and why?</a:t>
            </a:r>
          </a:p>
          <a:p>
            <a:pPr lvl="1"/>
            <a:r>
              <a:rPr lang="en-US">
                <a:ea typeface="MS PGothic" pitchFamily="34" charset="-128"/>
                <a:cs typeface="ＭＳ Ｐゴシック" charset="0"/>
              </a:rPr>
              <a:t>Show your partner the part of the essay that </a:t>
            </a:r>
            <a:r>
              <a:rPr lang="en-US" b="1">
                <a:ea typeface="MS PGothic" pitchFamily="34" charset="-128"/>
                <a:cs typeface="ＭＳ Ｐゴシック" charset="0"/>
              </a:rPr>
              <a:t>tells the reader what the piece will be about</a:t>
            </a:r>
            <a:r>
              <a:rPr lang="en-US">
                <a:ea typeface="MS PGothic" pitchFamily="34" charset="-128"/>
                <a:cs typeface="ＭＳ Ｐゴシック" charset="0"/>
              </a:rPr>
              <a:t>. It includes the central idea of your piece and two points.</a:t>
            </a:r>
          </a:p>
          <a:p>
            <a:pPr lvl="1"/>
            <a:r>
              <a:rPr lang="en-US">
                <a:ea typeface="MS PGothic" pitchFamily="34" charset="-128"/>
              </a:rPr>
              <a:t>What colors are in the </a:t>
            </a:r>
            <a:r>
              <a:rPr lang="en-US" b="1">
                <a:ea typeface="MS PGothic" pitchFamily="34" charset="-128"/>
              </a:rPr>
              <a:t>focus statement</a:t>
            </a:r>
            <a:r>
              <a:rPr lang="en-US">
                <a:ea typeface="MS PGothic" pitchFamily="34" charset="-128"/>
              </a:rPr>
              <a:t>?</a:t>
            </a:r>
            <a:endParaRPr lang="en-US"/>
          </a:p>
        </p:txBody>
      </p:sp>
      <p:sp>
        <p:nvSpPr>
          <p:cNvPr id="10" name="Text Placeholder 9">
            <a:extLst>
              <a:ext uri="{FF2B5EF4-FFF2-40B4-BE49-F238E27FC236}">
                <a16:creationId xmlns:a16="http://schemas.microsoft.com/office/drawing/2014/main" id="{7661C54F-B20D-BE03-21A7-55CF32D9C03C}"/>
              </a:ext>
            </a:extLst>
          </p:cNvPr>
          <p:cNvSpPr>
            <a:spLocks noGrp="1"/>
          </p:cNvSpPr>
          <p:nvPr>
            <p:ph type="body" sz="quarter" idx="11"/>
          </p:nvPr>
        </p:nvSpPr>
        <p:spPr>
          <a:xfrm>
            <a:off x="10259732" y="852829"/>
            <a:ext cx="1777264" cy="697627"/>
          </a:xfrm>
        </p:spPr>
        <p:txBody>
          <a:bodyPr/>
          <a:lstStyle/>
          <a:p>
            <a:r>
              <a:rPr lang="en-US"/>
              <a:t>Learning Outcome</a:t>
            </a:r>
          </a:p>
          <a:p>
            <a:pPr lvl="1"/>
            <a:r>
              <a:rPr lang="en-US"/>
              <a:t>I will learn about the structure of the Painted Essay.</a:t>
            </a:r>
          </a:p>
        </p:txBody>
      </p:sp>
      <p:sp>
        <p:nvSpPr>
          <p:cNvPr id="22" name="Right Arrow 21">
            <a:extLst>
              <a:ext uri="{FF2B5EF4-FFF2-40B4-BE49-F238E27FC236}">
                <a16:creationId xmlns:a16="http://schemas.microsoft.com/office/drawing/2014/main" id="{57DFFB29-9A61-270E-90B6-292060410863}"/>
              </a:ext>
            </a:extLst>
          </p:cNvPr>
          <p:cNvSpPr/>
          <p:nvPr/>
        </p:nvSpPr>
        <p:spPr>
          <a:xfrm>
            <a:off x="4056516" y="991610"/>
            <a:ext cx="1087395" cy="420064"/>
          </a:xfrm>
          <a:prstGeom prst="rightArrow">
            <a:avLst/>
          </a:prstGeom>
          <a:solidFill>
            <a:srgbClr val="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sp>
        <p:nvSpPr>
          <p:cNvPr id="2" name="Right Arrow 1">
            <a:extLst>
              <a:ext uri="{FF2B5EF4-FFF2-40B4-BE49-F238E27FC236}">
                <a16:creationId xmlns:a16="http://schemas.microsoft.com/office/drawing/2014/main" id="{7540C1E9-0F9F-3606-25EB-E2FDB12B97ED}"/>
              </a:ext>
            </a:extLst>
          </p:cNvPr>
          <p:cNvSpPr/>
          <p:nvPr/>
        </p:nvSpPr>
        <p:spPr>
          <a:xfrm>
            <a:off x="4056516" y="1723317"/>
            <a:ext cx="1087395" cy="420064"/>
          </a:xfrm>
          <a:prstGeom prst="rightArrow">
            <a:avLst/>
          </a:prstGeom>
          <a:solidFill>
            <a:srgbClr val="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pic>
        <p:nvPicPr>
          <p:cNvPr id="5" name="Picture 4">
            <a:extLst>
              <a:ext uri="{FF2B5EF4-FFF2-40B4-BE49-F238E27FC236}">
                <a16:creationId xmlns:a16="http://schemas.microsoft.com/office/drawing/2014/main" id="{0293310A-4556-2E03-4220-A641383BAE6D}"/>
              </a:ext>
            </a:extLst>
          </p:cNvPr>
          <p:cNvPicPr>
            <a:picLocks noChangeAspect="1"/>
          </p:cNvPicPr>
          <p:nvPr/>
        </p:nvPicPr>
        <p:blipFill>
          <a:blip r:embed="rId3"/>
          <a:srcRect l="1118" t="2790" r="1167"/>
          <a:stretch>
            <a:fillRect/>
          </a:stretch>
        </p:blipFill>
        <p:spPr>
          <a:xfrm>
            <a:off x="5442328" y="548376"/>
            <a:ext cx="3643193" cy="1709519"/>
          </a:xfrm>
          <a:prstGeom prst="rect">
            <a:avLst/>
          </a:prstGeom>
        </p:spPr>
      </p:pic>
      <p:pic>
        <p:nvPicPr>
          <p:cNvPr id="6" name="Picture 5">
            <a:extLst>
              <a:ext uri="{FF2B5EF4-FFF2-40B4-BE49-F238E27FC236}">
                <a16:creationId xmlns:a16="http://schemas.microsoft.com/office/drawing/2014/main" id="{B8824C8A-4EB5-FE7A-41E5-40B9F9A02E90}"/>
              </a:ext>
            </a:extLst>
          </p:cNvPr>
          <p:cNvPicPr>
            <a:picLocks noChangeAspect="1"/>
          </p:cNvPicPr>
          <p:nvPr/>
        </p:nvPicPr>
        <p:blipFill>
          <a:blip r:embed="rId4"/>
          <a:srcRect l="1916" t="4957" r="2284"/>
          <a:stretch>
            <a:fillRect/>
          </a:stretch>
        </p:blipFill>
        <p:spPr>
          <a:xfrm>
            <a:off x="5442328" y="2257895"/>
            <a:ext cx="3643193" cy="1486268"/>
          </a:xfrm>
          <a:prstGeom prst="rect">
            <a:avLst/>
          </a:prstGeom>
        </p:spPr>
      </p:pic>
      <p:pic>
        <p:nvPicPr>
          <p:cNvPr id="7" name="Picture 6">
            <a:extLst>
              <a:ext uri="{FF2B5EF4-FFF2-40B4-BE49-F238E27FC236}">
                <a16:creationId xmlns:a16="http://schemas.microsoft.com/office/drawing/2014/main" id="{E6E679DE-0690-90A6-7F6C-FAF7FF46EE75}"/>
              </a:ext>
            </a:extLst>
          </p:cNvPr>
          <p:cNvPicPr>
            <a:picLocks noChangeAspect="1"/>
          </p:cNvPicPr>
          <p:nvPr/>
        </p:nvPicPr>
        <p:blipFill>
          <a:blip r:embed="rId5"/>
          <a:srcRect l="2969" r="3284" b="1729"/>
          <a:stretch>
            <a:fillRect/>
          </a:stretch>
        </p:blipFill>
        <p:spPr>
          <a:xfrm>
            <a:off x="5437496" y="3647229"/>
            <a:ext cx="3643193" cy="1692076"/>
          </a:xfrm>
          <a:prstGeom prst="rect">
            <a:avLst/>
          </a:prstGeom>
        </p:spPr>
      </p:pic>
      <p:pic>
        <p:nvPicPr>
          <p:cNvPr id="12" name="Picture 11">
            <a:extLst>
              <a:ext uri="{FF2B5EF4-FFF2-40B4-BE49-F238E27FC236}">
                <a16:creationId xmlns:a16="http://schemas.microsoft.com/office/drawing/2014/main" id="{2041CCC6-9571-1705-CE5F-01BC63A0AD3E}"/>
              </a:ext>
            </a:extLst>
          </p:cNvPr>
          <p:cNvPicPr>
            <a:picLocks noChangeAspect="1"/>
          </p:cNvPicPr>
          <p:nvPr/>
        </p:nvPicPr>
        <p:blipFill>
          <a:blip r:embed="rId6"/>
          <a:srcRect l="1554" t="7332" r="1290" b="5021"/>
          <a:stretch>
            <a:fillRect/>
          </a:stretch>
        </p:blipFill>
        <p:spPr>
          <a:xfrm>
            <a:off x="5437496" y="5305095"/>
            <a:ext cx="3643193" cy="1282406"/>
          </a:xfrm>
          <a:prstGeom prst="rect">
            <a:avLst/>
          </a:prstGeom>
        </p:spPr>
      </p:pic>
    </p:spTree>
    <p:extLst>
      <p:ext uri="{BB962C8B-B14F-4D97-AF65-F5344CB8AC3E}">
        <p14:creationId xmlns:p14="http://schemas.microsoft.com/office/powerpoint/2010/main" val="11269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1A3E6-3087-C623-0B59-F5433709D38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5F608F1-1C95-1C85-EA26-21D697D862B5}"/>
              </a:ext>
            </a:extLst>
          </p:cNvPr>
          <p:cNvSpPr>
            <a:spLocks noGrp="1"/>
          </p:cNvSpPr>
          <p:nvPr>
            <p:ph type="title"/>
          </p:nvPr>
        </p:nvSpPr>
        <p:spPr/>
        <p:txBody>
          <a:bodyPr/>
          <a:lstStyle/>
          <a:p>
            <a:r>
              <a:rPr lang="en-US" b="0"/>
              <a:t>Debrief the Painted Essay</a:t>
            </a:r>
            <a:endParaRPr lang="en-US"/>
          </a:p>
        </p:txBody>
      </p:sp>
      <p:sp>
        <p:nvSpPr>
          <p:cNvPr id="11" name="Text Placeholder 10">
            <a:extLst>
              <a:ext uri="{FF2B5EF4-FFF2-40B4-BE49-F238E27FC236}">
                <a16:creationId xmlns:a16="http://schemas.microsoft.com/office/drawing/2014/main" id="{A5EF339F-D89B-0654-07C1-1B03A21886B0}"/>
              </a:ext>
            </a:extLst>
          </p:cNvPr>
          <p:cNvSpPr>
            <a:spLocks noGrp="1"/>
          </p:cNvSpPr>
          <p:nvPr>
            <p:ph type="body" sz="quarter" idx="12"/>
          </p:nvPr>
        </p:nvSpPr>
        <p:spPr/>
        <p:txBody>
          <a:bodyPr/>
          <a:lstStyle/>
          <a:p>
            <a:r>
              <a:rPr lang="en-US"/>
              <a:t>(9 Min.)</a:t>
            </a:r>
          </a:p>
        </p:txBody>
      </p:sp>
      <p:sp>
        <p:nvSpPr>
          <p:cNvPr id="9" name="Text Placeholder 8">
            <a:extLst>
              <a:ext uri="{FF2B5EF4-FFF2-40B4-BE49-F238E27FC236}">
                <a16:creationId xmlns:a16="http://schemas.microsoft.com/office/drawing/2014/main" id="{FDC07568-16C0-DB6E-1066-75B5634CFCB1}"/>
              </a:ext>
            </a:extLst>
          </p:cNvPr>
          <p:cNvSpPr>
            <a:spLocks noGrp="1"/>
          </p:cNvSpPr>
          <p:nvPr>
            <p:ph type="body" sz="quarter" idx="10"/>
          </p:nvPr>
        </p:nvSpPr>
        <p:spPr>
          <a:xfrm>
            <a:off x="155004" y="874020"/>
            <a:ext cx="2167128" cy="2139047"/>
          </a:xfrm>
        </p:spPr>
        <p:txBody>
          <a:bodyPr/>
          <a:lstStyle/>
          <a:p>
            <a:r>
              <a:rPr lang="en-US"/>
              <a:t>Collaborate</a:t>
            </a:r>
          </a:p>
          <a:p>
            <a:pPr lvl="1"/>
            <a:r>
              <a:rPr lang="en-US"/>
              <a:t>Show your partner the part that has the job of </a:t>
            </a:r>
            <a:r>
              <a:rPr lang="en-US" b="1"/>
              <a:t>being a bridge between your two points</a:t>
            </a:r>
            <a:r>
              <a:rPr lang="en-US"/>
              <a:t>. </a:t>
            </a:r>
          </a:p>
          <a:p>
            <a:pPr lvl="1"/>
            <a:r>
              <a:rPr lang="en-US">
                <a:ea typeface="MS PGothic" pitchFamily="34" charset="-128"/>
                <a:cs typeface="ＭＳ Ｐゴシック" charset="0"/>
              </a:rPr>
              <a:t>What colors are in the transition? Why?</a:t>
            </a:r>
            <a:endParaRPr lang="en-US"/>
          </a:p>
        </p:txBody>
      </p:sp>
      <p:sp>
        <p:nvSpPr>
          <p:cNvPr id="10" name="Text Placeholder 9">
            <a:extLst>
              <a:ext uri="{FF2B5EF4-FFF2-40B4-BE49-F238E27FC236}">
                <a16:creationId xmlns:a16="http://schemas.microsoft.com/office/drawing/2014/main" id="{15273DFD-0C3B-745A-98E4-EBB042120708}"/>
              </a:ext>
            </a:extLst>
          </p:cNvPr>
          <p:cNvSpPr>
            <a:spLocks noGrp="1"/>
          </p:cNvSpPr>
          <p:nvPr>
            <p:ph type="body" sz="quarter" idx="11"/>
          </p:nvPr>
        </p:nvSpPr>
        <p:spPr>
          <a:xfrm>
            <a:off x="10259732" y="852829"/>
            <a:ext cx="1777264" cy="697627"/>
          </a:xfrm>
        </p:spPr>
        <p:txBody>
          <a:bodyPr/>
          <a:lstStyle/>
          <a:p>
            <a:r>
              <a:rPr lang="en-US"/>
              <a:t>Learning Outcome</a:t>
            </a:r>
          </a:p>
          <a:p>
            <a:pPr lvl="1"/>
            <a:r>
              <a:rPr lang="en-US"/>
              <a:t>I will learn about the structure of the Painted Essay.</a:t>
            </a:r>
          </a:p>
        </p:txBody>
      </p:sp>
      <p:pic>
        <p:nvPicPr>
          <p:cNvPr id="2" name="Picture 1">
            <a:extLst>
              <a:ext uri="{FF2B5EF4-FFF2-40B4-BE49-F238E27FC236}">
                <a16:creationId xmlns:a16="http://schemas.microsoft.com/office/drawing/2014/main" id="{61CE6739-AB32-007C-A581-78F26511B84A}"/>
              </a:ext>
            </a:extLst>
          </p:cNvPr>
          <p:cNvPicPr>
            <a:picLocks noChangeAspect="1"/>
          </p:cNvPicPr>
          <p:nvPr/>
        </p:nvPicPr>
        <p:blipFill>
          <a:blip r:embed="rId3"/>
          <a:srcRect l="1118" t="2790" r="1167"/>
          <a:stretch>
            <a:fillRect/>
          </a:stretch>
        </p:blipFill>
        <p:spPr>
          <a:xfrm>
            <a:off x="5442328" y="548376"/>
            <a:ext cx="3643193" cy="1709519"/>
          </a:xfrm>
          <a:prstGeom prst="rect">
            <a:avLst/>
          </a:prstGeom>
        </p:spPr>
      </p:pic>
      <p:pic>
        <p:nvPicPr>
          <p:cNvPr id="3" name="Picture 2">
            <a:extLst>
              <a:ext uri="{FF2B5EF4-FFF2-40B4-BE49-F238E27FC236}">
                <a16:creationId xmlns:a16="http://schemas.microsoft.com/office/drawing/2014/main" id="{F295E055-797A-8346-7CF8-501A3831CA14}"/>
              </a:ext>
            </a:extLst>
          </p:cNvPr>
          <p:cNvPicPr>
            <a:picLocks noChangeAspect="1"/>
          </p:cNvPicPr>
          <p:nvPr/>
        </p:nvPicPr>
        <p:blipFill>
          <a:blip r:embed="rId4"/>
          <a:srcRect l="1916" t="4957" r="2284"/>
          <a:stretch>
            <a:fillRect/>
          </a:stretch>
        </p:blipFill>
        <p:spPr>
          <a:xfrm>
            <a:off x="5442328" y="2257895"/>
            <a:ext cx="3643193" cy="1486268"/>
          </a:xfrm>
          <a:prstGeom prst="rect">
            <a:avLst/>
          </a:prstGeom>
        </p:spPr>
      </p:pic>
      <p:pic>
        <p:nvPicPr>
          <p:cNvPr id="4" name="Picture 3">
            <a:extLst>
              <a:ext uri="{FF2B5EF4-FFF2-40B4-BE49-F238E27FC236}">
                <a16:creationId xmlns:a16="http://schemas.microsoft.com/office/drawing/2014/main" id="{C2FB3707-013F-5578-7E10-DBA4B215D8C2}"/>
              </a:ext>
            </a:extLst>
          </p:cNvPr>
          <p:cNvPicPr>
            <a:picLocks noChangeAspect="1"/>
          </p:cNvPicPr>
          <p:nvPr/>
        </p:nvPicPr>
        <p:blipFill>
          <a:blip r:embed="rId5"/>
          <a:srcRect l="2969" r="3284" b="1729"/>
          <a:stretch>
            <a:fillRect/>
          </a:stretch>
        </p:blipFill>
        <p:spPr>
          <a:xfrm>
            <a:off x="5437496" y="3647229"/>
            <a:ext cx="3643193" cy="1692076"/>
          </a:xfrm>
          <a:prstGeom prst="rect">
            <a:avLst/>
          </a:prstGeom>
        </p:spPr>
      </p:pic>
      <p:pic>
        <p:nvPicPr>
          <p:cNvPr id="5" name="Picture 4">
            <a:extLst>
              <a:ext uri="{FF2B5EF4-FFF2-40B4-BE49-F238E27FC236}">
                <a16:creationId xmlns:a16="http://schemas.microsoft.com/office/drawing/2014/main" id="{9A66291A-74D9-5478-E614-3B3F5CCCD532}"/>
              </a:ext>
            </a:extLst>
          </p:cNvPr>
          <p:cNvPicPr>
            <a:picLocks noChangeAspect="1"/>
          </p:cNvPicPr>
          <p:nvPr/>
        </p:nvPicPr>
        <p:blipFill>
          <a:blip r:embed="rId6"/>
          <a:srcRect l="1554" t="7332" r="1290" b="5021"/>
          <a:stretch>
            <a:fillRect/>
          </a:stretch>
        </p:blipFill>
        <p:spPr>
          <a:xfrm>
            <a:off x="5437496" y="5305095"/>
            <a:ext cx="3643193" cy="1282406"/>
          </a:xfrm>
          <a:prstGeom prst="rect">
            <a:avLst/>
          </a:prstGeom>
        </p:spPr>
      </p:pic>
      <p:sp>
        <p:nvSpPr>
          <p:cNvPr id="13" name="Right Arrow 12">
            <a:extLst>
              <a:ext uri="{FF2B5EF4-FFF2-40B4-BE49-F238E27FC236}">
                <a16:creationId xmlns:a16="http://schemas.microsoft.com/office/drawing/2014/main" id="{900866FA-3D0D-7600-9E36-62BB60EC53EC}"/>
              </a:ext>
            </a:extLst>
          </p:cNvPr>
          <p:cNvSpPr/>
          <p:nvPr/>
        </p:nvSpPr>
        <p:spPr>
          <a:xfrm>
            <a:off x="4391693" y="3807248"/>
            <a:ext cx="1087395" cy="217026"/>
          </a:xfrm>
          <a:prstGeom prst="rightArrow">
            <a:avLst/>
          </a:prstGeom>
          <a:solidFill>
            <a:srgbClr val="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spTree>
    <p:extLst>
      <p:ext uri="{BB962C8B-B14F-4D97-AF65-F5344CB8AC3E}">
        <p14:creationId xmlns:p14="http://schemas.microsoft.com/office/powerpoint/2010/main" val="343420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34362-E2DB-AF95-EAF6-D4A17E7E776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3F45578-E398-81AE-A6C7-4FCDED929A77}"/>
              </a:ext>
            </a:extLst>
          </p:cNvPr>
          <p:cNvSpPr>
            <a:spLocks noGrp="1"/>
          </p:cNvSpPr>
          <p:nvPr>
            <p:ph type="title"/>
          </p:nvPr>
        </p:nvSpPr>
        <p:spPr/>
        <p:txBody>
          <a:bodyPr/>
          <a:lstStyle/>
          <a:p>
            <a:r>
              <a:rPr lang="en-US" b="0"/>
              <a:t>Debrief the Painted Essay</a:t>
            </a:r>
            <a:endParaRPr lang="en-US"/>
          </a:p>
        </p:txBody>
      </p:sp>
      <p:sp>
        <p:nvSpPr>
          <p:cNvPr id="11" name="Text Placeholder 10">
            <a:extLst>
              <a:ext uri="{FF2B5EF4-FFF2-40B4-BE49-F238E27FC236}">
                <a16:creationId xmlns:a16="http://schemas.microsoft.com/office/drawing/2014/main" id="{995F6613-AB72-3F0C-5385-DA8BC1231C14}"/>
              </a:ext>
            </a:extLst>
          </p:cNvPr>
          <p:cNvSpPr>
            <a:spLocks noGrp="1"/>
          </p:cNvSpPr>
          <p:nvPr>
            <p:ph type="body" sz="quarter" idx="12"/>
          </p:nvPr>
        </p:nvSpPr>
        <p:spPr/>
        <p:txBody>
          <a:bodyPr/>
          <a:lstStyle/>
          <a:p>
            <a:r>
              <a:rPr lang="en-US"/>
              <a:t>(9 Min.)</a:t>
            </a:r>
          </a:p>
        </p:txBody>
      </p:sp>
      <p:sp>
        <p:nvSpPr>
          <p:cNvPr id="9" name="Text Placeholder 8">
            <a:extLst>
              <a:ext uri="{FF2B5EF4-FFF2-40B4-BE49-F238E27FC236}">
                <a16:creationId xmlns:a16="http://schemas.microsoft.com/office/drawing/2014/main" id="{2DB9C541-0975-F359-5879-91AF7914F9DF}"/>
              </a:ext>
            </a:extLst>
          </p:cNvPr>
          <p:cNvSpPr>
            <a:spLocks noGrp="1"/>
          </p:cNvSpPr>
          <p:nvPr>
            <p:ph type="body" sz="quarter" idx="10"/>
          </p:nvPr>
        </p:nvSpPr>
        <p:spPr>
          <a:xfrm>
            <a:off x="155004" y="874020"/>
            <a:ext cx="2167128" cy="5309146"/>
          </a:xfrm>
        </p:spPr>
        <p:txBody>
          <a:bodyPr/>
          <a:lstStyle/>
          <a:p>
            <a:r>
              <a:rPr lang="en-US"/>
              <a:t>Collaborate</a:t>
            </a:r>
          </a:p>
          <a:p>
            <a:pPr lvl="1"/>
            <a:r>
              <a:rPr lang="en-US"/>
              <a:t>Show your partner the part that has the job of </a:t>
            </a:r>
            <a:r>
              <a:rPr lang="en-US" b="1"/>
              <a:t>giving evidence and reasons to support the first point </a:t>
            </a:r>
            <a:r>
              <a:rPr lang="en-US"/>
              <a:t>in your focus statement.</a:t>
            </a:r>
          </a:p>
          <a:p>
            <a:pPr lvl="1"/>
            <a:r>
              <a:rPr lang="en-US">
                <a:ea typeface="MS PGothic" pitchFamily="34" charset="-128"/>
                <a:cs typeface="ＭＳ Ｐゴシック" charset="0"/>
              </a:rPr>
              <a:t>What color is this paragraph? Why?</a:t>
            </a:r>
          </a:p>
          <a:p>
            <a:pPr lvl="1"/>
            <a:r>
              <a:rPr lang="en-US">
                <a:ea typeface="MS PGothic" pitchFamily="34" charset="-128"/>
              </a:rPr>
              <a:t>Show your partner the part that has the job of </a:t>
            </a:r>
            <a:r>
              <a:rPr lang="en-US" b="1">
                <a:ea typeface="MS PGothic" pitchFamily="34" charset="-128"/>
              </a:rPr>
              <a:t>giving evidence and reasons to support the second point </a:t>
            </a:r>
            <a:r>
              <a:rPr lang="en-US">
                <a:ea typeface="MS PGothic" pitchFamily="34" charset="-128"/>
              </a:rPr>
              <a:t>in your focus statement. </a:t>
            </a:r>
          </a:p>
          <a:p>
            <a:pPr lvl="1"/>
            <a:r>
              <a:rPr lang="en-US">
                <a:ea typeface="MS PGothic" pitchFamily="34" charset="-128"/>
              </a:rPr>
              <a:t>What color is this paragraph? Why?</a:t>
            </a:r>
            <a:endParaRPr lang="en-US"/>
          </a:p>
        </p:txBody>
      </p:sp>
      <p:sp>
        <p:nvSpPr>
          <p:cNvPr id="10" name="Text Placeholder 9">
            <a:extLst>
              <a:ext uri="{FF2B5EF4-FFF2-40B4-BE49-F238E27FC236}">
                <a16:creationId xmlns:a16="http://schemas.microsoft.com/office/drawing/2014/main" id="{BB929950-74E1-31E9-D430-AF6E878F3E1A}"/>
              </a:ext>
            </a:extLst>
          </p:cNvPr>
          <p:cNvSpPr>
            <a:spLocks noGrp="1"/>
          </p:cNvSpPr>
          <p:nvPr>
            <p:ph type="body" sz="quarter" idx="11"/>
          </p:nvPr>
        </p:nvSpPr>
        <p:spPr>
          <a:xfrm>
            <a:off x="10259732" y="852829"/>
            <a:ext cx="1777264" cy="1805623"/>
          </a:xfrm>
        </p:spPr>
        <p:txBody>
          <a:bodyPr/>
          <a:lstStyle/>
          <a:p>
            <a:r>
              <a:rPr lang="en-US" dirty="0"/>
              <a:t>Learning Outcome</a:t>
            </a:r>
          </a:p>
          <a:p>
            <a:pPr lvl="1"/>
            <a:r>
              <a:rPr lang="en-US" dirty="0"/>
              <a:t>I will learn about the structure of the Painted Essay.</a:t>
            </a:r>
          </a:p>
          <a:p>
            <a:pPr lvl="2"/>
            <a:r>
              <a:rPr lang="en-US" dirty="0"/>
              <a:t>Teach</a:t>
            </a:r>
          </a:p>
          <a:p>
            <a:pPr lvl="4"/>
            <a:r>
              <a:rPr lang="en-US" b="1" dirty="0"/>
              <a:t>Access: </a:t>
            </a:r>
            <a:r>
              <a:rPr lang="en-US" dirty="0"/>
              <a:t>See notes.</a:t>
            </a:r>
          </a:p>
          <a:p>
            <a:pPr lvl="4"/>
            <a:r>
              <a:rPr lang="en-US" b="1" dirty="0" err="1"/>
              <a:t>iELD</a:t>
            </a:r>
            <a:r>
              <a:rPr lang="en-US" b="1" dirty="0"/>
              <a:t>: </a:t>
            </a:r>
            <a:r>
              <a:rPr lang="en-US" dirty="0"/>
              <a:t>See notes.</a:t>
            </a:r>
          </a:p>
          <a:p>
            <a:pPr lvl="4"/>
            <a:r>
              <a:rPr lang="en-US" b="1" dirty="0"/>
              <a:t>Extend: </a:t>
            </a:r>
            <a:r>
              <a:rPr lang="en-US" dirty="0"/>
              <a:t>See notes.</a:t>
            </a:r>
          </a:p>
        </p:txBody>
      </p:sp>
      <p:sp>
        <p:nvSpPr>
          <p:cNvPr id="2" name="Right Arrow 1">
            <a:extLst>
              <a:ext uri="{FF2B5EF4-FFF2-40B4-BE49-F238E27FC236}">
                <a16:creationId xmlns:a16="http://schemas.microsoft.com/office/drawing/2014/main" id="{53268B25-0516-EA7C-BE65-633B6DCBB45E}"/>
              </a:ext>
            </a:extLst>
          </p:cNvPr>
          <p:cNvSpPr/>
          <p:nvPr/>
        </p:nvSpPr>
        <p:spPr>
          <a:xfrm>
            <a:off x="4024558" y="2814907"/>
            <a:ext cx="1082724" cy="420129"/>
          </a:xfrm>
          <a:prstGeom prst="rightArrow">
            <a:avLst/>
          </a:prstGeom>
          <a:solidFill>
            <a:srgbClr val="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sp>
        <p:nvSpPr>
          <p:cNvPr id="3" name="Right Arrow 2">
            <a:extLst>
              <a:ext uri="{FF2B5EF4-FFF2-40B4-BE49-F238E27FC236}">
                <a16:creationId xmlns:a16="http://schemas.microsoft.com/office/drawing/2014/main" id="{773A0F45-790A-AEAD-D063-07F07BB350CC}"/>
              </a:ext>
            </a:extLst>
          </p:cNvPr>
          <p:cNvSpPr/>
          <p:nvPr/>
        </p:nvSpPr>
        <p:spPr>
          <a:xfrm>
            <a:off x="4024558" y="4482116"/>
            <a:ext cx="1082724" cy="420129"/>
          </a:xfrm>
          <a:prstGeom prst="rightArrow">
            <a:avLst/>
          </a:prstGeom>
          <a:solidFill>
            <a:srgbClr val="000000"/>
          </a:solidFill>
          <a:ln w="9525" cap="flat" cmpd="sng" algn="ctr">
            <a:solidFill>
              <a:srgbClr val="DDDDD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panose="020F0302020204030204"/>
              <a:ea typeface="+mn-ea"/>
              <a:cs typeface="+mn-cs"/>
            </a:endParaRPr>
          </a:p>
        </p:txBody>
      </p:sp>
      <p:pic>
        <p:nvPicPr>
          <p:cNvPr id="7" name="Picture 6">
            <a:extLst>
              <a:ext uri="{FF2B5EF4-FFF2-40B4-BE49-F238E27FC236}">
                <a16:creationId xmlns:a16="http://schemas.microsoft.com/office/drawing/2014/main" id="{3032F034-80E3-F3D4-A473-F630ABB61DEE}"/>
              </a:ext>
            </a:extLst>
          </p:cNvPr>
          <p:cNvPicPr>
            <a:picLocks noChangeAspect="1"/>
          </p:cNvPicPr>
          <p:nvPr/>
        </p:nvPicPr>
        <p:blipFill>
          <a:blip r:embed="rId3"/>
          <a:srcRect l="1118" t="2790" r="1167"/>
          <a:stretch>
            <a:fillRect/>
          </a:stretch>
        </p:blipFill>
        <p:spPr>
          <a:xfrm>
            <a:off x="5442328" y="548376"/>
            <a:ext cx="3643193" cy="1709519"/>
          </a:xfrm>
          <a:prstGeom prst="rect">
            <a:avLst/>
          </a:prstGeom>
        </p:spPr>
      </p:pic>
      <p:pic>
        <p:nvPicPr>
          <p:cNvPr id="13" name="Picture 12">
            <a:extLst>
              <a:ext uri="{FF2B5EF4-FFF2-40B4-BE49-F238E27FC236}">
                <a16:creationId xmlns:a16="http://schemas.microsoft.com/office/drawing/2014/main" id="{14796074-DACA-C63A-C116-EF175AD97463}"/>
              </a:ext>
            </a:extLst>
          </p:cNvPr>
          <p:cNvPicPr>
            <a:picLocks noChangeAspect="1"/>
          </p:cNvPicPr>
          <p:nvPr/>
        </p:nvPicPr>
        <p:blipFill>
          <a:blip r:embed="rId4"/>
          <a:srcRect l="1916" t="4957" r="2284"/>
          <a:stretch>
            <a:fillRect/>
          </a:stretch>
        </p:blipFill>
        <p:spPr>
          <a:xfrm>
            <a:off x="5442328" y="2257895"/>
            <a:ext cx="3643193" cy="1486268"/>
          </a:xfrm>
          <a:prstGeom prst="rect">
            <a:avLst/>
          </a:prstGeom>
        </p:spPr>
      </p:pic>
      <p:pic>
        <p:nvPicPr>
          <p:cNvPr id="14" name="Picture 13">
            <a:extLst>
              <a:ext uri="{FF2B5EF4-FFF2-40B4-BE49-F238E27FC236}">
                <a16:creationId xmlns:a16="http://schemas.microsoft.com/office/drawing/2014/main" id="{4A93E00A-6704-2DDB-A2B2-3A953BD011FA}"/>
              </a:ext>
            </a:extLst>
          </p:cNvPr>
          <p:cNvPicPr>
            <a:picLocks noChangeAspect="1"/>
          </p:cNvPicPr>
          <p:nvPr/>
        </p:nvPicPr>
        <p:blipFill>
          <a:blip r:embed="rId5"/>
          <a:srcRect l="2969" r="3284" b="1729"/>
          <a:stretch>
            <a:fillRect/>
          </a:stretch>
        </p:blipFill>
        <p:spPr>
          <a:xfrm>
            <a:off x="5437496" y="3647229"/>
            <a:ext cx="3643193" cy="1692076"/>
          </a:xfrm>
          <a:prstGeom prst="rect">
            <a:avLst/>
          </a:prstGeom>
        </p:spPr>
      </p:pic>
      <p:pic>
        <p:nvPicPr>
          <p:cNvPr id="15" name="Picture 14">
            <a:extLst>
              <a:ext uri="{FF2B5EF4-FFF2-40B4-BE49-F238E27FC236}">
                <a16:creationId xmlns:a16="http://schemas.microsoft.com/office/drawing/2014/main" id="{91BED32A-093C-0860-D7EB-2A61376215C1}"/>
              </a:ext>
            </a:extLst>
          </p:cNvPr>
          <p:cNvPicPr>
            <a:picLocks noChangeAspect="1"/>
          </p:cNvPicPr>
          <p:nvPr/>
        </p:nvPicPr>
        <p:blipFill>
          <a:blip r:embed="rId6"/>
          <a:srcRect l="1554" t="7332" r="1290" b="5021"/>
          <a:stretch>
            <a:fillRect/>
          </a:stretch>
        </p:blipFill>
        <p:spPr>
          <a:xfrm>
            <a:off x="5437496" y="5305095"/>
            <a:ext cx="3643193" cy="1282406"/>
          </a:xfrm>
          <a:prstGeom prst="rect">
            <a:avLst/>
          </a:prstGeom>
        </p:spPr>
      </p:pic>
    </p:spTree>
    <p:extLst>
      <p:ext uri="{BB962C8B-B14F-4D97-AF65-F5344CB8AC3E}">
        <p14:creationId xmlns:p14="http://schemas.microsoft.com/office/powerpoint/2010/main" val="2537851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AEBD7-9103-B02D-F391-1B00D2FF5C1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6AE0D05-A8F7-03FF-FD4F-86C1B5D204CB}"/>
              </a:ext>
            </a:extLst>
          </p:cNvPr>
          <p:cNvSpPr>
            <a:spLocks noGrp="1"/>
          </p:cNvSpPr>
          <p:nvPr>
            <p:ph type="body" sz="quarter" idx="13"/>
          </p:nvPr>
        </p:nvSpPr>
        <p:spPr>
          <a:xfrm>
            <a:off x="2665642" y="1401735"/>
            <a:ext cx="3830212" cy="2089805"/>
          </a:xfrm>
        </p:spPr>
        <p:txBody>
          <a:bodyPr/>
          <a:lstStyle/>
          <a:p>
            <a:pPr marL="0" indent="0">
              <a:buNone/>
            </a:pPr>
            <a:r>
              <a:rPr lang="en-US"/>
              <a:t>What is one thing you learned or found interesting about the Painted Essay?</a:t>
            </a:r>
          </a:p>
        </p:txBody>
      </p:sp>
      <p:sp>
        <p:nvSpPr>
          <p:cNvPr id="2" name="Title 1">
            <a:extLst>
              <a:ext uri="{FF2B5EF4-FFF2-40B4-BE49-F238E27FC236}">
                <a16:creationId xmlns:a16="http://schemas.microsoft.com/office/drawing/2014/main" id="{A8A492E9-8DD5-ABC2-DEDF-0F7FF000E542}"/>
              </a:ext>
            </a:extLst>
          </p:cNvPr>
          <p:cNvSpPr>
            <a:spLocks noGrp="1"/>
          </p:cNvSpPr>
          <p:nvPr>
            <p:ph type="title"/>
          </p:nvPr>
        </p:nvSpPr>
        <p:spPr/>
        <p:txBody>
          <a:bodyPr/>
          <a:lstStyle/>
          <a:p>
            <a:r>
              <a:rPr lang="en-US" b="0"/>
              <a:t>Wrap Up</a:t>
            </a:r>
          </a:p>
        </p:txBody>
      </p:sp>
      <p:sp>
        <p:nvSpPr>
          <p:cNvPr id="11" name="Text Placeholder 10">
            <a:extLst>
              <a:ext uri="{FF2B5EF4-FFF2-40B4-BE49-F238E27FC236}">
                <a16:creationId xmlns:a16="http://schemas.microsoft.com/office/drawing/2014/main" id="{838F03ED-9356-8D7B-FEA3-328A342B929E}"/>
              </a:ext>
            </a:extLst>
          </p:cNvPr>
          <p:cNvSpPr>
            <a:spLocks noGrp="1"/>
          </p:cNvSpPr>
          <p:nvPr>
            <p:ph type="body" sz="quarter" idx="12"/>
          </p:nvPr>
        </p:nvSpPr>
        <p:spPr/>
        <p:txBody>
          <a:bodyPr/>
          <a:lstStyle/>
          <a:p>
            <a:r>
              <a:rPr lang="en-US"/>
              <a:t>(9 Min.)</a:t>
            </a:r>
          </a:p>
        </p:txBody>
      </p:sp>
      <p:sp>
        <p:nvSpPr>
          <p:cNvPr id="8" name="Text Placeholder 7">
            <a:extLst>
              <a:ext uri="{FF2B5EF4-FFF2-40B4-BE49-F238E27FC236}">
                <a16:creationId xmlns:a16="http://schemas.microsoft.com/office/drawing/2014/main" id="{498A47AA-2F29-D244-C0C0-6E5694B35F7B}"/>
              </a:ext>
            </a:extLst>
          </p:cNvPr>
          <p:cNvSpPr>
            <a:spLocks noGrp="1"/>
          </p:cNvSpPr>
          <p:nvPr>
            <p:ph type="body" sz="quarter" idx="10"/>
          </p:nvPr>
        </p:nvSpPr>
        <p:spPr>
          <a:xfrm>
            <a:off x="155004" y="874020"/>
            <a:ext cx="2167128" cy="1061829"/>
          </a:xfrm>
        </p:spPr>
        <p:txBody>
          <a:bodyPr/>
          <a:lstStyle/>
          <a:p>
            <a:r>
              <a:rPr lang="en-US"/>
              <a:t>Collaborate</a:t>
            </a:r>
          </a:p>
          <a:p>
            <a:pPr lvl="1"/>
            <a:endParaRPr lang="en-US"/>
          </a:p>
          <a:p>
            <a:pPr lvl="1"/>
            <a:endParaRPr lang="en-US"/>
          </a:p>
        </p:txBody>
      </p:sp>
      <p:sp>
        <p:nvSpPr>
          <p:cNvPr id="10" name="Text Placeholder 9">
            <a:extLst>
              <a:ext uri="{FF2B5EF4-FFF2-40B4-BE49-F238E27FC236}">
                <a16:creationId xmlns:a16="http://schemas.microsoft.com/office/drawing/2014/main" id="{0D774617-8AD6-DE7D-458F-13AFE1F1D4AC}"/>
              </a:ext>
            </a:extLst>
          </p:cNvPr>
          <p:cNvSpPr>
            <a:spLocks noGrp="1"/>
          </p:cNvSpPr>
          <p:nvPr>
            <p:ph type="body" sz="quarter" idx="11"/>
          </p:nvPr>
        </p:nvSpPr>
        <p:spPr>
          <a:xfrm>
            <a:off x="10259732" y="852829"/>
            <a:ext cx="1777264" cy="2636619"/>
          </a:xfrm>
        </p:spPr>
        <p:txBody>
          <a:bodyPr/>
          <a:lstStyle/>
          <a:p>
            <a:r>
              <a:rPr lang="en-US" dirty="0"/>
              <a:t>Learning Outcome</a:t>
            </a:r>
          </a:p>
          <a:p>
            <a:pPr lvl="1"/>
            <a:r>
              <a:rPr lang="en-US" dirty="0"/>
              <a:t>I will learn about the structure of the Painted Essay.</a:t>
            </a:r>
          </a:p>
          <a:p>
            <a:pPr lvl="2"/>
            <a:r>
              <a:rPr lang="en-US" dirty="0"/>
              <a:t>Teach</a:t>
            </a:r>
          </a:p>
          <a:p>
            <a:pPr marL="0" lvl="4" indent="0">
              <a:buNone/>
            </a:pPr>
            <a:r>
              <a:rPr lang="en-US" i="1" dirty="0">
                <a:solidFill>
                  <a:srgbClr val="0070C0"/>
                </a:solidFill>
              </a:rPr>
              <a:t>Congratulations on your work!</a:t>
            </a:r>
          </a:p>
          <a:p>
            <a:pPr marL="0" lvl="4" indent="0">
              <a:buNone/>
            </a:pPr>
            <a:r>
              <a:rPr lang="en-US" i="1" dirty="0">
                <a:solidFill>
                  <a:srgbClr val="0070C0"/>
                </a:solidFill>
              </a:rPr>
              <a:t>In the next writing lesson, you will use the Painted Essay to help analyze a model of an informative/explanatory essay.</a:t>
            </a:r>
          </a:p>
          <a:p>
            <a:pPr lvl="4"/>
            <a:r>
              <a:rPr lang="en-US" b="1" dirty="0">
                <a:solidFill>
                  <a:schemeClr val="bg1">
                    <a:lumMod val="50000"/>
                  </a:schemeClr>
                </a:solidFill>
              </a:rPr>
              <a:t>Assess: </a:t>
            </a:r>
            <a:r>
              <a:rPr lang="en-US" dirty="0">
                <a:solidFill>
                  <a:schemeClr val="bg1">
                    <a:lumMod val="50000"/>
                  </a:schemeClr>
                </a:solidFill>
              </a:rPr>
              <a:t>See notes.</a:t>
            </a:r>
          </a:p>
        </p:txBody>
      </p:sp>
      <p:pic>
        <p:nvPicPr>
          <p:cNvPr id="9" name="Picture 8">
            <a:extLst>
              <a:ext uri="{FF2B5EF4-FFF2-40B4-BE49-F238E27FC236}">
                <a16:creationId xmlns:a16="http://schemas.microsoft.com/office/drawing/2014/main" id="{0CA79F10-7DC7-447C-CD32-D05AC87AA993}"/>
              </a:ext>
            </a:extLst>
          </p:cNvPr>
          <p:cNvPicPr>
            <a:picLocks noChangeAspect="1"/>
          </p:cNvPicPr>
          <p:nvPr/>
        </p:nvPicPr>
        <p:blipFill>
          <a:blip r:embed="rId3"/>
          <a:stretch>
            <a:fillRect/>
          </a:stretch>
        </p:blipFill>
        <p:spPr>
          <a:xfrm>
            <a:off x="835772" y="1342640"/>
            <a:ext cx="805592" cy="593209"/>
          </a:xfrm>
          <a:prstGeom prst="rect">
            <a:avLst/>
          </a:prstGeom>
        </p:spPr>
      </p:pic>
      <p:sp>
        <p:nvSpPr>
          <p:cNvPr id="13" name="Text Placeholder 21">
            <a:extLst>
              <a:ext uri="{FF2B5EF4-FFF2-40B4-BE49-F238E27FC236}">
                <a16:creationId xmlns:a16="http://schemas.microsoft.com/office/drawing/2014/main" id="{8B075490-BA4B-2881-E39D-E20CEE7E7F9B}"/>
              </a:ext>
            </a:extLst>
          </p:cNvPr>
          <p:cNvSpPr>
            <a:spLocks noGrp="1"/>
          </p:cNvSpPr>
          <p:nvPr/>
        </p:nvSpPr>
        <p:spPr>
          <a:xfrm>
            <a:off x="155004" y="5577381"/>
            <a:ext cx="2167128" cy="1097736"/>
          </a:xfrm>
          <a:prstGeom prst="rect">
            <a:avLst/>
          </a:prstGeom>
        </p:spPr>
        <p:txBody>
          <a:bodyPr rIns="0" anchor="b" anchorCtr="0">
            <a:spAutoFit/>
          </a:bodyPr>
          <a:lstStyle>
            <a:lvl1pPr marL="0" indent="0" algn="l" defTabSz="914400" rtl="0" eaLnBrk="1" latinLnBrk="0" hangingPunct="1">
              <a:lnSpc>
                <a:spcPct val="100000"/>
              </a:lnSpc>
              <a:spcBef>
                <a:spcPts val="1200"/>
              </a:spcBef>
              <a:buClr>
                <a:schemeClr val="bg1"/>
              </a:buClr>
              <a:buSzPct val="25000"/>
              <a:buFont typeface="Arial" panose="020B0604020202020204" pitchFamily="34" charset="0"/>
              <a:buChar char="•"/>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Turn and Talk </a:t>
            </a:r>
          </a:p>
          <a:p>
            <a:pPr lvl="1">
              <a:buFont typeface="Arial" panose="020B0604020202020204" pitchFamily="34" charset="0"/>
              <a:buChar char="•"/>
            </a:pPr>
            <a:r>
              <a:rPr lang="en-US"/>
              <a:t>Listen </a:t>
            </a:r>
          </a:p>
          <a:p>
            <a:pPr lvl="1">
              <a:buFont typeface="Arial" panose="020B0604020202020204" pitchFamily="34" charset="0"/>
              <a:buChar char="•"/>
            </a:pPr>
            <a:r>
              <a:rPr lang="en-US"/>
              <a:t>Think</a:t>
            </a:r>
          </a:p>
          <a:p>
            <a:pPr lvl="1">
              <a:buFont typeface="Arial" panose="020B0604020202020204" pitchFamily="34" charset="0"/>
              <a:buChar char="•"/>
            </a:pPr>
            <a:r>
              <a:rPr lang="en-US"/>
              <a:t>Turn</a:t>
            </a:r>
          </a:p>
          <a:p>
            <a:pPr lvl="1">
              <a:buFont typeface="Arial" panose="020B0604020202020204" pitchFamily="34" charset="0"/>
              <a:buChar char="•"/>
            </a:pPr>
            <a:r>
              <a:rPr lang="en-US"/>
              <a:t>Talk</a:t>
            </a:r>
          </a:p>
        </p:txBody>
      </p:sp>
      <p:sp>
        <p:nvSpPr>
          <p:cNvPr id="14" name="Text Placeholder 21">
            <a:extLst>
              <a:ext uri="{FF2B5EF4-FFF2-40B4-BE49-F238E27FC236}">
                <a16:creationId xmlns:a16="http://schemas.microsoft.com/office/drawing/2014/main" id="{77070185-1447-2682-9912-203BAABB4E17}"/>
              </a:ext>
            </a:extLst>
          </p:cNvPr>
          <p:cNvSpPr>
            <a:spLocks noGrp="1"/>
          </p:cNvSpPr>
          <p:nvPr/>
        </p:nvSpPr>
        <p:spPr>
          <a:xfrm>
            <a:off x="155004" y="5577381"/>
            <a:ext cx="2167128" cy="1097736"/>
          </a:xfrm>
          <a:prstGeom prst="rect">
            <a:avLst/>
          </a:prstGeom>
        </p:spPr>
        <p:txBody>
          <a:bodyPr rIns="0" anchor="b" anchorCtr="0">
            <a:spAutoFit/>
          </a:bodyPr>
          <a:lstStyle>
            <a:lvl1pPr marL="0" indent="0" algn="l" defTabSz="914400" rtl="0" eaLnBrk="1" latinLnBrk="0" hangingPunct="1">
              <a:lnSpc>
                <a:spcPct val="100000"/>
              </a:lnSpc>
              <a:spcBef>
                <a:spcPts val="1200"/>
              </a:spcBef>
              <a:buClr>
                <a:schemeClr val="bg1"/>
              </a:buClr>
              <a:buSzPct val="25000"/>
              <a:buFont typeface="Arial" panose="020B0604020202020204" pitchFamily="34" charset="0"/>
              <a:buChar char="•"/>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Turn and Talk </a:t>
            </a:r>
          </a:p>
          <a:p>
            <a:pPr lvl="1">
              <a:buFont typeface="Arial" panose="020B0604020202020204" pitchFamily="34" charset="0"/>
              <a:buChar char="•"/>
            </a:pPr>
            <a:r>
              <a:rPr lang="en-US"/>
              <a:t>Listen </a:t>
            </a:r>
          </a:p>
          <a:p>
            <a:pPr lvl="1">
              <a:buFont typeface="Arial" panose="020B0604020202020204" pitchFamily="34" charset="0"/>
              <a:buChar char="•"/>
            </a:pPr>
            <a:r>
              <a:rPr lang="en-US"/>
              <a:t>Think</a:t>
            </a:r>
          </a:p>
          <a:p>
            <a:pPr lvl="1">
              <a:buFont typeface="Arial" panose="020B0604020202020204" pitchFamily="34" charset="0"/>
              <a:buChar char="•"/>
            </a:pPr>
            <a:r>
              <a:rPr lang="en-US"/>
              <a:t>Turn</a:t>
            </a:r>
          </a:p>
          <a:p>
            <a:pPr lvl="1">
              <a:buFont typeface="Arial" panose="020B0604020202020204" pitchFamily="34" charset="0"/>
              <a:buChar char="•"/>
            </a:pPr>
            <a:r>
              <a:rPr lang="en-US"/>
              <a:t>Talk</a:t>
            </a:r>
          </a:p>
        </p:txBody>
      </p:sp>
      <p:pic>
        <p:nvPicPr>
          <p:cNvPr id="15" name="Picture 14">
            <a:extLst>
              <a:ext uri="{FF2B5EF4-FFF2-40B4-BE49-F238E27FC236}">
                <a16:creationId xmlns:a16="http://schemas.microsoft.com/office/drawing/2014/main" id="{216B3F8D-627D-3E33-E0D3-0CB37D21D163}"/>
              </a:ext>
            </a:extLst>
          </p:cNvPr>
          <p:cNvPicPr>
            <a:picLocks noChangeAspect="1"/>
          </p:cNvPicPr>
          <p:nvPr/>
        </p:nvPicPr>
        <p:blipFill>
          <a:blip r:embed="rId4"/>
          <a:srcRect l="5204" r="226"/>
          <a:stretch>
            <a:fillRect/>
          </a:stretch>
        </p:blipFill>
        <p:spPr>
          <a:xfrm>
            <a:off x="6493930" y="1341710"/>
            <a:ext cx="2710022" cy="4384722"/>
          </a:xfrm>
          <a:prstGeom prst="rect">
            <a:avLst/>
          </a:prstGeom>
        </p:spPr>
      </p:pic>
    </p:spTree>
    <p:extLst>
      <p:ext uri="{BB962C8B-B14F-4D97-AF65-F5344CB8AC3E}">
        <p14:creationId xmlns:p14="http://schemas.microsoft.com/office/powerpoint/2010/main" val="2123023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7A52B66-E266-0978-5302-7984F9CFB90D}"/>
              </a:ext>
            </a:extLst>
          </p:cNvPr>
          <p:cNvSpPr>
            <a:spLocks noGrp="1"/>
          </p:cNvSpPr>
          <p:nvPr>
            <p:ph type="body" sz="quarter" idx="13"/>
          </p:nvPr>
        </p:nvSpPr>
        <p:spPr/>
        <p:txBody>
          <a:bodyPr/>
          <a:lstStyle/>
          <a:p>
            <a:r>
              <a:rPr lang="en-US"/>
              <a:t>I will learn about the structure of the Painted Essay.</a:t>
            </a:r>
          </a:p>
        </p:txBody>
      </p:sp>
      <p:sp>
        <p:nvSpPr>
          <p:cNvPr id="7" name="Text Placeholder 6">
            <a:extLst>
              <a:ext uri="{FF2B5EF4-FFF2-40B4-BE49-F238E27FC236}">
                <a16:creationId xmlns:a16="http://schemas.microsoft.com/office/drawing/2014/main" id="{B54F3C0F-31C3-6442-B443-F4E752DE8B7B}"/>
              </a:ext>
            </a:extLst>
          </p:cNvPr>
          <p:cNvSpPr>
            <a:spLocks noGrp="1"/>
          </p:cNvSpPr>
          <p:nvPr>
            <p:ph type="body" sz="quarter" idx="12"/>
          </p:nvPr>
        </p:nvSpPr>
        <p:spPr/>
        <p:txBody>
          <a:bodyPr lIns="0" tIns="45720" rIns="91440" bIns="45720" anchor="t"/>
          <a:lstStyle/>
          <a:p>
            <a:r>
              <a:rPr lang="en-US">
                <a:latin typeface="Verdana"/>
                <a:ea typeface="Verdana"/>
              </a:rPr>
              <a:t>In this lesson:</a:t>
            </a:r>
          </a:p>
        </p:txBody>
      </p:sp>
      <p:sp>
        <p:nvSpPr>
          <p:cNvPr id="4" name="Title 1">
            <a:extLst>
              <a:ext uri="{FF2B5EF4-FFF2-40B4-BE49-F238E27FC236}">
                <a16:creationId xmlns:a16="http://schemas.microsoft.com/office/drawing/2014/main" id="{1B8DBE12-FC49-6D58-5FF1-CDA4C7246FA1}"/>
              </a:ext>
            </a:extLst>
          </p:cNvPr>
          <p:cNvSpPr>
            <a:spLocks noGrp="1"/>
          </p:cNvSpPr>
          <p:nvPr>
            <p:ph type="title"/>
          </p:nvPr>
        </p:nvSpPr>
        <p:spPr>
          <a:xfrm>
            <a:off x="75143" y="80199"/>
            <a:ext cx="10064279" cy="357451"/>
          </a:xfrm>
        </p:spPr>
        <p:txBody>
          <a:bodyPr/>
          <a:lstStyle/>
          <a:p>
            <a:r>
              <a:rPr lang="en-US" b="0"/>
              <a:t>Wrap Up</a:t>
            </a:r>
          </a:p>
        </p:txBody>
      </p:sp>
    </p:spTree>
    <p:extLst>
      <p:ext uri="{BB962C8B-B14F-4D97-AF65-F5344CB8AC3E}">
        <p14:creationId xmlns:p14="http://schemas.microsoft.com/office/powerpoint/2010/main" val="2488507111"/>
      </p:ext>
    </p:extLst>
  </p:cSld>
  <p:clrMapOvr>
    <a:masterClrMapping/>
  </p:clrMapOvr>
</p:sld>
</file>

<file path=ppt/theme/theme1.xml><?xml version="1.0" encoding="utf-8"?>
<a:theme xmlns:a="http://schemas.openxmlformats.org/drawingml/2006/main" name="G2-5 Writing Opening Slid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2.xml><?xml version="1.0" encoding="utf-8"?>
<a:theme xmlns:a="http://schemas.openxmlformats.org/drawingml/2006/main" name="G2-5 Writing Learning Outcome 2">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3.xml><?xml version="1.0" encoding="utf-8"?>
<a:theme xmlns:a="http://schemas.openxmlformats.org/drawingml/2006/main" name="G2-5 Writing Learning Outcome 1">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4.xml><?xml version="1.0" encoding="utf-8"?>
<a:theme xmlns:a="http://schemas.openxmlformats.org/drawingml/2006/main" name="Grades 2-5 Writing Master Layou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G2-5 Sample Modeling Writing">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c81ec0d-aa0c-4e87-adae-19f56cc640e9" xsi:nil="true"/>
    <lcf76f155ced4ddcb4097134ff3c332f xmlns="3fcecda0-f7b9-4a9a-a09e-07393f62047f">
      <Terms xmlns="http://schemas.microsoft.com/office/infopath/2007/PartnerControls"/>
    </lcf76f155ced4ddcb4097134ff3c332f>
    <_ip_UnifiedCompliancePolicyUIAction xmlns="http://schemas.microsoft.com/sharepoint/v3" xsi:nil="true"/>
    <Notes xmlns="3fcecda0-f7b9-4a9a-a09e-07393f62047f" xsi:nil="true"/>
    <_Flow_SignoffStatus xmlns="3fcecda0-f7b9-4a9a-a09e-07393f62047f" xsi:nil="true"/>
    <_ip_UnifiedCompliancePolicyProperties xmlns="http://schemas.microsoft.com/sharepoint/v3" xsi:nil="true"/>
    <MediaLengthInSeconds xmlns="3fcecda0-f7b9-4a9a-a09e-07393f62047f" xsi:nil="true"/>
    <SharedWithUsers xmlns="9c81ec0d-aa0c-4e87-adae-19f56cc640e9">
      <UserInfo>
        <DisplayName>Stephanie Seemann</DisplayName>
        <AccountId>425</AccountId>
        <AccountType/>
      </UserInfo>
      <UserInfo>
        <DisplayName>Barbara Andrews</DisplayName>
        <AccountId>278</AccountId>
        <AccountType/>
      </UserInfo>
      <UserInfo>
        <DisplayName>Shauna Williams</DisplayName>
        <AccountId>153</AccountId>
        <AccountType/>
      </UserInfo>
      <UserInfo>
        <DisplayName>Maria Campanario</DisplayName>
        <AccountId>4242</AccountId>
        <AccountType/>
      </UserInfo>
      <UserInfo>
        <DisplayName>Kimberli Kern</DisplayName>
        <AccountId>289</AccountId>
        <AccountType/>
      </UserInfo>
      <UserInfo>
        <DisplayName>Daniel Pai 白峻豪</DisplayName>
        <AccountId>39133</AccountId>
        <AccountType/>
      </UserInfo>
      <UserInfo>
        <DisplayName>Faith Hinkle</DisplayName>
        <AccountId>38275</AccountId>
        <AccountType/>
      </UserInfo>
      <UserInfo>
        <DisplayName>Liz Cheong</DisplayName>
        <AccountId>251</AccountId>
        <AccountType/>
      </UserInfo>
      <UserInfo>
        <DisplayName>Zahid Khokhar</DisplayName>
        <AccountId>51230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7AA81958DC084408AFBF0B55E9068CD" ma:contentTypeVersion="20" ma:contentTypeDescription="Create a new document." ma:contentTypeScope="" ma:versionID="a8d42d133a2a4c95f6d7a30aa9c9cbe9">
  <xsd:schema xmlns:xsd="http://www.w3.org/2001/XMLSchema" xmlns:xs="http://www.w3.org/2001/XMLSchema" xmlns:p="http://schemas.microsoft.com/office/2006/metadata/properties" xmlns:ns1="http://schemas.microsoft.com/sharepoint/v3" xmlns:ns2="3fcecda0-f7b9-4a9a-a09e-07393f62047f" xmlns:ns3="9c81ec0d-aa0c-4e87-adae-19f56cc640e9" targetNamespace="http://schemas.microsoft.com/office/2006/metadata/properties" ma:root="true" ma:fieldsID="e39fedf35a187910032fad5ac990d89a" ns1:_="" ns2:_="" ns3:_="">
    <xsd:import namespace="http://schemas.microsoft.com/sharepoint/v3"/>
    <xsd:import namespace="3fcecda0-f7b9-4a9a-a09e-07393f62047f"/>
    <xsd:import namespace="9c81ec0d-aa0c-4e87-adae-19f56cc640e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element ref="ns2:MediaServiceSearchProperties" minOccurs="0"/>
                <xsd:element ref="ns2:Notes" minOccurs="0"/>
                <xsd:element ref="ns2:_Flow_SignoffStatu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cecda0-f7b9-4a9a-a09e-07393f6204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154e35-e49a-408d-8a82-f57d87caad1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Notes" ma:index="23" nillable="true" ma:displayName="Notes" ma:description="Write notes about the contents of the folder" ma:format="Dropdown" ma:internalName="Notes">
      <xsd:simpleType>
        <xsd:restriction base="dms:Note">
          <xsd:maxLength value="255"/>
        </xsd:restriction>
      </xsd:simpleType>
    </xsd:element>
    <xsd:element name="_Flow_SignoffStatus" ma:index="24" nillable="true" ma:displayName="Sign-off status" ma:internalName="_x0024_Resources_x003a_core_x002c_Signoff_Status">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c81ec0d-aa0c-4e87-adae-19f56cc640e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e63a6ad-23bc-4a1b-a877-372b4fb1bb7f}" ma:internalName="TaxCatchAll" ma:showField="CatchAllData" ma:web="9c81ec0d-aa0c-4e87-adae-19f56cc640e9">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 Materials Called For"/>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70FF80-F1BE-4D8A-B3FA-5B6DCDC3932F}">
  <ds:schemaRefs>
    <ds:schemaRef ds:uri="3fcecda0-f7b9-4a9a-a09e-07393f62047f"/>
    <ds:schemaRef ds:uri="http://schemas.microsoft.com/office/2006/metadata/properties"/>
    <ds:schemaRef ds:uri="http://purl.org/dc/dcmitype/"/>
    <ds:schemaRef ds:uri="http://purl.org/dc/elements/1.1/"/>
    <ds:schemaRef ds:uri="http://schemas.microsoft.com/office/infopath/2007/PartnerControls"/>
    <ds:schemaRef ds:uri="http://www.w3.org/XML/1998/namespace"/>
    <ds:schemaRef ds:uri="http://schemas.openxmlformats.org/package/2006/metadata/core-properties"/>
    <ds:schemaRef ds:uri="http://purl.org/dc/terms/"/>
    <ds:schemaRef ds:uri="http://schemas.microsoft.com/office/2006/documentManagement/types"/>
    <ds:schemaRef ds:uri="9c81ec0d-aa0c-4e87-adae-19f56cc640e9"/>
    <ds:schemaRef ds:uri="http://schemas.microsoft.com/sharepoint/v3"/>
  </ds:schemaRefs>
</ds:datastoreItem>
</file>

<file path=customXml/itemProps2.xml><?xml version="1.0" encoding="utf-8"?>
<ds:datastoreItem xmlns:ds="http://schemas.openxmlformats.org/officeDocument/2006/customXml" ds:itemID="{5AEC47F3-79C3-4812-94E4-3FA8337D68BA}">
  <ds:schemaRefs>
    <ds:schemaRef ds:uri="3fcecda0-f7b9-4a9a-a09e-07393f62047f"/>
    <ds:schemaRef ds:uri="9c81ec0d-aa0c-4e87-adae-19f56cc640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EC064D9-FCDD-4EC9-8AF2-839F2C5AD9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3528</Words>
  <Application>Microsoft Macintosh PowerPoint</Application>
  <PresentationFormat>Widescreen</PresentationFormat>
  <Paragraphs>316</Paragraphs>
  <Slides>17</Slides>
  <Notes>16</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17</vt:i4>
      </vt:variant>
    </vt:vector>
  </HeadingPairs>
  <TitlesOfParts>
    <vt:vector size="31" baseType="lpstr">
      <vt:lpstr>MS PGothic</vt:lpstr>
      <vt:lpstr>.Lucida Grande UI Regular</vt:lpstr>
      <vt:lpstr>Arial</vt:lpstr>
      <vt:lpstr>Calibri</vt:lpstr>
      <vt:lpstr>Century Gothic</vt:lpstr>
      <vt:lpstr>Comic Sans MS</vt:lpstr>
      <vt:lpstr>Courier New</vt:lpstr>
      <vt:lpstr>Verdana</vt:lpstr>
      <vt:lpstr>Wingdings</vt:lpstr>
      <vt:lpstr>G2-5 Writing Opening Slide</vt:lpstr>
      <vt:lpstr>G2-5 Writing Learning Outcome 2</vt:lpstr>
      <vt:lpstr>G2-5 Writing Learning Outcome 1</vt:lpstr>
      <vt:lpstr>Grades 2-5 Writing Master Layout</vt:lpstr>
      <vt:lpstr>G2-5 Sample Modeling Writing</vt:lpstr>
      <vt:lpstr>PowerPoint Presentation</vt:lpstr>
      <vt:lpstr>Set Purpose</vt:lpstr>
      <vt:lpstr>Introduce the Painted Essay</vt:lpstr>
      <vt:lpstr>Introduce the Painted Essay</vt:lpstr>
      <vt:lpstr>Introduce the Painted Essay</vt:lpstr>
      <vt:lpstr>Introduce the Painted Essay</vt:lpstr>
      <vt:lpstr>Introduce the Painted Essay</vt:lpstr>
      <vt:lpstr>Introduce the Painted Essay</vt:lpstr>
      <vt:lpstr>Introduce the Painted Essay</vt:lpstr>
      <vt:lpstr>Introduce the Painted Essay</vt:lpstr>
      <vt:lpstr>Introduce the Painted Essay </vt:lpstr>
      <vt:lpstr>Debrief the Painted Essay</vt:lpstr>
      <vt:lpstr>Debrief the Painted Essay</vt:lpstr>
      <vt:lpstr>Debrief the Painted Essay</vt:lpstr>
      <vt:lpstr>Debrief the Painted Essay</vt:lpstr>
      <vt:lpstr>Wrap Up</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Reiser</dc:creator>
  <cp:lastModifiedBy>Clare Botelho</cp:lastModifiedBy>
  <cp:revision>1</cp:revision>
  <dcterms:created xsi:type="dcterms:W3CDTF">2026-07-01T17:06:04Z</dcterms:created>
  <dcterms:modified xsi:type="dcterms:W3CDTF">2026-10-21T11:50:26Z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0x010100D7AA81958DC084408AFBF0B55E9068CD</vt:lpwstr>
  </property>
  <property fmtid="{D5CDD505-2E9C-101B-9397-08002B2CF9AE}" pid="3" name="MediaServiceImageTags">
    <vt:lpwstr/>
  </property>
  <property fmtid="{D5CDD505-2E9C-101B-9397-08002B2CF9AE}" pid="4" name="Order">
    <vt:r8>11883400</vt:r8>
  </property>
  <property fmtid="{D5CDD505-2E9C-101B-9397-08002B2CF9AE}" pid="5" name="ComplianceAssetId">
    <vt:lpwstr/>
  </property>
  <property fmtid="{D5CDD505-2E9C-101B-9397-08002B2CF9AE}" pid="6" name="WistiaLink">
    <vt:lpwstr>, </vt:lpwstr>
  </property>
  <property fmtid="{D5CDD505-2E9C-101B-9397-08002B2CF9AE}" pid="7" name="_ExtendedDescription">
    <vt:lpwstr/>
  </property>
  <property fmtid="{D5CDD505-2E9C-101B-9397-08002B2CF9AE}" pid="8" name="TriggerFlowInfo">
    <vt:lpwstr/>
  </property>
</Properties>
</file>