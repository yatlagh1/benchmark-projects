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4"/>
    <p:sldMasterId id="2147483657" r:id="rId5"/>
    <p:sldMasterId id="2147483659" r:id="rId6"/>
    <p:sldMasterId id="2147483648" r:id="rId7"/>
    <p:sldMasterId id="2147483661" r:id="rId8"/>
  </p:sldMasterIdLst>
  <p:notesMasterIdLst>
    <p:notesMasterId r:id="rId14"/>
  </p:notesMasterIdLst>
  <p:sldIdLst>
    <p:sldId id="264" r:id="rId9"/>
    <p:sldId id="269" r:id="rId10"/>
    <p:sldId id="275" r:id="rId11"/>
    <p:sldId id="276"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B9DC"/>
    <a:srgbClr val="813384"/>
    <a:srgbClr val="2AB295"/>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C82A26-3D68-3645-BC59-2E870CFD9345}" v="1" dt="2026-09-03T16:40:34.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21"/>
    <p:restoredTop sz="77808"/>
  </p:normalViewPr>
  <p:slideViewPr>
    <p:cSldViewPr snapToGrid="0">
      <p:cViewPr varScale="1">
        <p:scale>
          <a:sx n="93" d="100"/>
          <a:sy n="93" d="100"/>
        </p:scale>
        <p:origin x="20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2.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uswamy Sathish" userId="56146e37-9b35-4486-9ffe-663555f98a3a" providerId="ADAL" clId="{80F1FD11-FDDA-54EE-9872-A7D4BD9747F2}"/>
    <pc:docChg chg="custSel modSld modMainMaster">
      <pc:chgData name="Munuswamy Sathish" userId="56146e37-9b35-4486-9ffe-663555f98a3a" providerId="ADAL" clId="{80F1FD11-FDDA-54EE-9872-A7D4BD9747F2}" dt="2026-08-19T10:07:40.771" v="129"/>
      <pc:docMkLst>
        <pc:docMk/>
      </pc:docMkLst>
      <pc:sldChg chg="addSp delSp modSp mod chgLayout">
        <pc:chgData name="Munuswamy Sathish" userId="56146e37-9b35-4486-9ffe-663555f98a3a" providerId="ADAL" clId="{80F1FD11-FDDA-54EE-9872-A7D4BD9747F2}" dt="2026-08-19T05:46:25.711" v="114" actId="113"/>
        <pc:sldMkLst>
          <pc:docMk/>
          <pc:sldMk cId="1890829512" sldId="269"/>
        </pc:sldMkLst>
        <pc:spChg chg="add mod ord">
          <ac:chgData name="Munuswamy Sathish" userId="56146e37-9b35-4486-9ffe-663555f98a3a" providerId="ADAL" clId="{80F1FD11-FDDA-54EE-9872-A7D4BD9747F2}" dt="2026-08-10T09:16:58.219" v="14" actId="700"/>
          <ac:spMkLst>
            <pc:docMk/>
            <pc:sldMk cId="1890829512" sldId="269"/>
            <ac:spMk id="3" creationId="{4A23EE8C-270B-9692-F093-B54957CBBCAF}"/>
          </ac:spMkLst>
        </pc:spChg>
        <pc:spChg chg="add mod ord">
          <ac:chgData name="Munuswamy Sathish" userId="56146e37-9b35-4486-9ffe-663555f98a3a" providerId="ADAL" clId="{80F1FD11-FDDA-54EE-9872-A7D4BD9747F2}" dt="2026-08-10T09:16:58.219" v="14" actId="700"/>
          <ac:spMkLst>
            <pc:docMk/>
            <pc:sldMk cId="1890829512" sldId="269"/>
            <ac:spMk id="4" creationId="{C9936C4A-86CE-AC44-7715-4673D50A0B71}"/>
          </ac:spMkLst>
        </pc:spChg>
      </pc:sldChg>
      <pc:sldChg chg="addSp delSp modSp mod chgLayout">
        <pc:chgData name="Munuswamy Sathish" userId="56146e37-9b35-4486-9ffe-663555f98a3a" providerId="ADAL" clId="{80F1FD11-FDDA-54EE-9872-A7D4BD9747F2}" dt="2026-08-19T05:46:29.796" v="115"/>
        <pc:sldMkLst>
          <pc:docMk/>
          <pc:sldMk cId="1018166703" sldId="271"/>
        </pc:sldMkLst>
      </pc:sldChg>
      <pc:sldMasterChg chg="modSldLayout">
        <pc:chgData name="Munuswamy Sathish" userId="56146e37-9b35-4486-9ffe-663555f98a3a" providerId="ADAL" clId="{80F1FD11-FDDA-54EE-9872-A7D4BD9747F2}" dt="2026-08-19T05:40:02.632" v="86"/>
        <pc:sldMasterMkLst>
          <pc:docMk/>
          <pc:sldMasterMk cId="566745546" sldId="2147483648"/>
        </pc:sldMasterMkLst>
        <pc:sldLayoutChg chg="addSp delSp modSp mod">
          <pc:chgData name="Munuswamy Sathish" userId="56146e37-9b35-4486-9ffe-663555f98a3a" providerId="ADAL" clId="{80F1FD11-FDDA-54EE-9872-A7D4BD9747F2}" dt="2026-08-19T05:40:02.632" v="86"/>
          <pc:sldLayoutMkLst>
            <pc:docMk/>
            <pc:sldMasterMk cId="566745546" sldId="2147483648"/>
            <pc:sldLayoutMk cId="743988116" sldId="2147483649"/>
          </pc:sldLayoutMkLst>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6" creationId="{249E9DA9-B432-8169-0A2D-7FA7F175FA8E}"/>
            </ac:spMkLst>
          </pc:spChg>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8" creationId="{F6151FB6-09E2-E98B-3718-6F6AE4681614}"/>
            </ac:spMkLst>
          </pc:spChg>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9" creationId="{27EEB31A-D29D-27DB-FF2D-B4A116958547}"/>
            </ac:spMkLst>
          </pc:spChg>
        </pc:sldLayoutChg>
        <pc:sldLayoutChg chg="addSp delSp modSp mod">
          <pc:chgData name="Munuswamy Sathish" userId="56146e37-9b35-4486-9ffe-663555f98a3a" providerId="ADAL" clId="{80F1FD11-FDDA-54EE-9872-A7D4BD9747F2}" dt="2026-08-19T05:39:11.740" v="74" actId="20577"/>
          <pc:sldLayoutMkLst>
            <pc:docMk/>
            <pc:sldMasterMk cId="566745546" sldId="2147483648"/>
            <pc:sldLayoutMk cId="2302813638" sldId="2147483650"/>
          </pc:sldLayoutMkLst>
          <pc:spChg chg="add mod">
            <ac:chgData name="Munuswamy Sathish" userId="56146e37-9b35-4486-9ffe-663555f98a3a" providerId="ADAL" clId="{80F1FD11-FDDA-54EE-9872-A7D4BD9747F2}" dt="2026-08-19T05:39:02.193" v="57" actId="20577"/>
            <ac:spMkLst>
              <pc:docMk/>
              <pc:sldMasterMk cId="566745546" sldId="2147483648"/>
              <pc:sldLayoutMk cId="2302813638" sldId="2147483650"/>
              <ac:spMk id="4" creationId="{0D7CBB68-3233-26BD-423B-6741CBB4E86E}"/>
            </ac:spMkLst>
          </pc:spChg>
          <pc:spChg chg="mod">
            <ac:chgData name="Munuswamy Sathish" userId="56146e37-9b35-4486-9ffe-663555f98a3a" providerId="ADAL" clId="{80F1FD11-FDDA-54EE-9872-A7D4BD9747F2}" dt="2026-08-19T05:38:51.003" v="39" actId="20577"/>
            <ac:spMkLst>
              <pc:docMk/>
              <pc:sldMasterMk cId="566745546" sldId="2147483648"/>
              <pc:sldLayoutMk cId="2302813638" sldId="2147483650"/>
              <ac:spMk id="8" creationId="{515E2454-B235-0178-A6B5-9B686BA9E058}"/>
            </ac:spMkLst>
          </pc:spChg>
          <pc:spChg chg="mod">
            <ac:chgData name="Munuswamy Sathish" userId="56146e37-9b35-4486-9ffe-663555f98a3a" providerId="ADAL" clId="{80F1FD11-FDDA-54EE-9872-A7D4BD9747F2}" dt="2026-08-19T05:39:11.740" v="74" actId="20577"/>
            <ac:spMkLst>
              <pc:docMk/>
              <pc:sldMasterMk cId="566745546" sldId="2147483648"/>
              <pc:sldLayoutMk cId="2302813638" sldId="2147483650"/>
              <ac:spMk id="9" creationId="{2453F05E-27EE-786A-EF74-F52A465CC33C}"/>
            </ac:spMkLst>
          </pc:spChg>
        </pc:sldLayoutChg>
        <pc:sldLayoutChg chg="addSp delSp modSp mod">
          <pc:chgData name="Munuswamy Sathish" userId="56146e37-9b35-4486-9ffe-663555f98a3a" providerId="ADAL" clId="{80F1FD11-FDDA-54EE-9872-A7D4BD9747F2}" dt="2026-08-19T05:39:31.128" v="78"/>
          <pc:sldLayoutMkLst>
            <pc:docMk/>
            <pc:sldMasterMk cId="566745546" sldId="2147483648"/>
            <pc:sldLayoutMk cId="4044661659" sldId="2147483651"/>
          </pc:sldLayoutMkLst>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6" creationId="{4E751093-2C00-445C-8E8D-113C08992DE2}"/>
            </ac:spMkLst>
          </pc:spChg>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8" creationId="{03C6C1E9-2695-B5A1-8667-09A0E2E6068F}"/>
            </ac:spMkLst>
          </pc:spChg>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9" creationId="{634E6F14-1967-F598-067B-88F746E2E16D}"/>
            </ac:spMkLst>
          </pc:spChg>
        </pc:sldLayoutChg>
        <pc:sldLayoutChg chg="addSp delSp modSp mod">
          <pc:chgData name="Munuswamy Sathish" userId="56146e37-9b35-4486-9ffe-663555f98a3a" providerId="ADAL" clId="{80F1FD11-FDDA-54EE-9872-A7D4BD9747F2}" dt="2026-08-19T05:39:46.893" v="82"/>
          <pc:sldLayoutMkLst>
            <pc:docMk/>
            <pc:sldMasterMk cId="566745546" sldId="2147483648"/>
            <pc:sldLayoutMk cId="4075346905" sldId="2147483652"/>
          </pc:sldLayoutMkLst>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4" creationId="{35946CDD-9171-7BC2-8A20-3017F082C5AA}"/>
            </ac:spMkLst>
          </pc:spChg>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8" creationId="{E63EC498-EC38-F861-2B82-40A7B6435B96}"/>
            </ac:spMkLst>
          </pc:spChg>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10" creationId="{0D9C749E-2778-B5C6-0AFA-410B1FCB2F7A}"/>
            </ac:spMkLst>
          </pc:spChg>
        </pc:sldLayoutChg>
        <pc:sldLayoutChg chg="addSp delSp modSp mod">
          <pc:chgData name="Munuswamy Sathish" userId="56146e37-9b35-4486-9ffe-663555f98a3a" providerId="ADAL" clId="{80F1FD11-FDDA-54EE-9872-A7D4BD9747F2}" dt="2026-08-19T05:39:53.990" v="84"/>
          <pc:sldLayoutMkLst>
            <pc:docMk/>
            <pc:sldMasterMk cId="566745546" sldId="2147483648"/>
            <pc:sldLayoutMk cId="2457729063" sldId="2147483653"/>
          </pc:sldLayoutMkLst>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4" creationId="{103E387F-D7DE-4FD1-391D-82CAF5403640}"/>
            </ac:spMkLst>
          </pc:spChg>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9" creationId="{CF7834AE-26DF-EF5B-6D78-7CDDE5D44167}"/>
            </ac:spMkLst>
          </pc:spChg>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11" creationId="{C50F3A53-4AE7-0D2D-699B-C7C00B1EEDA8}"/>
            </ac:spMkLst>
          </pc:spChg>
        </pc:sldLayoutChg>
        <pc:sldLayoutChg chg="addSp delSp modSp mod">
          <pc:chgData name="Munuswamy Sathish" userId="56146e37-9b35-4486-9ffe-663555f98a3a" providerId="ADAL" clId="{80F1FD11-FDDA-54EE-9872-A7D4BD9747F2}" dt="2026-08-19T05:39:38.739" v="80"/>
          <pc:sldLayoutMkLst>
            <pc:docMk/>
            <pc:sldMasterMk cId="566745546" sldId="2147483648"/>
            <pc:sldLayoutMk cId="2228982691" sldId="2147483654"/>
          </pc:sldLayoutMkLst>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6" creationId="{B4B8749E-65F4-57F3-A07A-F141E60159A0}"/>
            </ac:spMkLst>
          </pc:spChg>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8" creationId="{B4486337-8E9A-1C97-7EFD-BE42D97FDEFA}"/>
            </ac:spMkLst>
          </pc:spChg>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9" creationId="{821804DB-C227-ECEC-ED0A-B3D1EC4E6437}"/>
            </ac:spMkLst>
          </pc:spChg>
        </pc:sldLayoutChg>
        <pc:sldLayoutChg chg="addSp delSp modSp mod">
          <pc:chgData name="Munuswamy Sathish" userId="56146e37-9b35-4486-9ffe-663555f98a3a" providerId="ADAL" clId="{80F1FD11-FDDA-54EE-9872-A7D4BD9747F2}" dt="2026-08-19T05:39:23.848" v="76"/>
          <pc:sldLayoutMkLst>
            <pc:docMk/>
            <pc:sldMasterMk cId="566745546" sldId="2147483648"/>
            <pc:sldLayoutMk cId="2458521480" sldId="2147483675"/>
          </pc:sldLayoutMkLst>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6" creationId="{77D341ED-A593-9564-4549-5D9C86769709}"/>
            </ac:spMkLst>
          </pc:spChg>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9" creationId="{98730D8F-F580-7E01-3AC7-4A6822D7CE86}"/>
            </ac:spMkLst>
          </pc:spChg>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10" creationId="{7DA3AAA6-7673-EEF0-C2B4-3A0117FF5C27}"/>
            </ac:spMkLst>
          </pc:spChg>
        </pc:sldLayoutChg>
      </pc:sldMasterChg>
      <pc:sldMasterChg chg="modSldLayout">
        <pc:chgData name="Munuswamy Sathish" userId="56146e37-9b35-4486-9ffe-663555f98a3a" providerId="ADAL" clId="{80F1FD11-FDDA-54EE-9872-A7D4BD9747F2}" dt="2026-08-19T05:41:33.903" v="92" actId="14100"/>
        <pc:sldMasterMkLst>
          <pc:docMk/>
          <pc:sldMasterMk cId="871109327" sldId="2147483657"/>
        </pc:sldMasterMkLst>
        <pc:sldLayoutChg chg="delSp modSp mod">
          <pc:chgData name="Munuswamy Sathish" userId="56146e37-9b35-4486-9ffe-663555f98a3a" providerId="ADAL" clId="{80F1FD11-FDDA-54EE-9872-A7D4BD9747F2}" dt="2026-08-19T05:41:33.903" v="92" actId="14100"/>
          <pc:sldLayoutMkLst>
            <pc:docMk/>
            <pc:sldMasterMk cId="871109327" sldId="2147483657"/>
            <pc:sldLayoutMk cId="4189844640" sldId="2147483658"/>
          </pc:sldLayoutMkLst>
          <pc:spChg chg="mod">
            <ac:chgData name="Munuswamy Sathish" userId="56146e37-9b35-4486-9ffe-663555f98a3a" providerId="ADAL" clId="{80F1FD11-FDDA-54EE-9872-A7D4BD9747F2}" dt="2026-08-19T05:41:33.903" v="92" actId="14100"/>
            <ac:spMkLst>
              <pc:docMk/>
              <pc:sldMasterMk cId="871109327" sldId="2147483657"/>
              <pc:sldLayoutMk cId="4189844640" sldId="2147483658"/>
              <ac:spMk id="7" creationId="{58505E27-7250-229F-7129-7717EAAB09F6}"/>
            </ac:spMkLst>
          </pc:spChg>
        </pc:sldLayoutChg>
      </pc:sldMasterChg>
      <pc:sldMasterChg chg="modSldLayout">
        <pc:chgData name="Munuswamy Sathish" userId="56146e37-9b35-4486-9ffe-663555f98a3a" providerId="ADAL" clId="{80F1FD11-FDDA-54EE-9872-A7D4BD9747F2}" dt="2026-08-19T05:41:43.337" v="93" actId="14100"/>
        <pc:sldMasterMkLst>
          <pc:docMk/>
          <pc:sldMasterMk cId="197029974" sldId="2147483659"/>
        </pc:sldMasterMkLst>
        <pc:sldLayoutChg chg="delSp modSp mod">
          <pc:chgData name="Munuswamy Sathish" userId="56146e37-9b35-4486-9ffe-663555f98a3a" providerId="ADAL" clId="{80F1FD11-FDDA-54EE-9872-A7D4BD9747F2}" dt="2026-08-19T05:41:43.337" v="93" actId="14100"/>
          <pc:sldLayoutMkLst>
            <pc:docMk/>
            <pc:sldMasterMk cId="197029974" sldId="2147483659"/>
            <pc:sldLayoutMk cId="45658192" sldId="2147483660"/>
          </pc:sldLayoutMkLst>
          <pc:spChg chg="mod">
            <ac:chgData name="Munuswamy Sathish" userId="56146e37-9b35-4486-9ffe-663555f98a3a" providerId="ADAL" clId="{80F1FD11-FDDA-54EE-9872-A7D4BD9747F2}" dt="2026-08-19T05:41:43.337" v="93" actId="14100"/>
            <ac:spMkLst>
              <pc:docMk/>
              <pc:sldMasterMk cId="197029974" sldId="2147483659"/>
              <pc:sldLayoutMk cId="45658192" sldId="2147483660"/>
              <ac:spMk id="4" creationId="{11D59A75-78E7-3DEB-38AA-6C0E765BEC6C}"/>
            </ac:spMkLst>
          </pc:spChg>
        </pc:sldLayoutChg>
      </pc:sldMasterChg>
      <pc:sldMasterChg chg="modSldLayout">
        <pc:chgData name="Munuswamy Sathish" userId="56146e37-9b35-4486-9ffe-663555f98a3a" providerId="ADAL" clId="{80F1FD11-FDDA-54EE-9872-A7D4BD9747F2}" dt="2026-08-19T10:07:40.771" v="129"/>
        <pc:sldMasterMkLst>
          <pc:docMk/>
          <pc:sldMasterMk cId="4191478342" sldId="2147483661"/>
        </pc:sldMasterMkLst>
        <pc:sldLayoutChg chg="addSp modSp">
          <pc:chgData name="Munuswamy Sathish" userId="56146e37-9b35-4486-9ffe-663555f98a3a" providerId="ADAL" clId="{80F1FD11-FDDA-54EE-9872-A7D4BD9747F2}" dt="2026-08-19T10:07:31.003" v="124"/>
          <pc:sldLayoutMkLst>
            <pc:docMk/>
            <pc:sldMasterMk cId="4191478342" sldId="2147483661"/>
            <pc:sldLayoutMk cId="3055613373" sldId="2147483662"/>
          </pc:sldLayoutMkLst>
          <pc:spChg chg="add mod">
            <ac:chgData name="Munuswamy Sathish" userId="56146e37-9b35-4486-9ffe-663555f98a3a" providerId="ADAL" clId="{80F1FD11-FDDA-54EE-9872-A7D4BD9747F2}" dt="2026-08-19T10:07:31.003" v="124"/>
            <ac:spMkLst>
              <pc:docMk/>
              <pc:sldMasterMk cId="4191478342" sldId="2147483661"/>
              <pc:sldLayoutMk cId="3055613373" sldId="2147483662"/>
              <ac:spMk id="4" creationId="{E03F6106-A17F-9AE5-AC02-62FA3BA276F6}"/>
            </ac:spMkLst>
          </pc:spChg>
        </pc:sldLayoutChg>
        <pc:sldLayoutChg chg="addSp modSp">
          <pc:chgData name="Munuswamy Sathish" userId="56146e37-9b35-4486-9ffe-663555f98a3a" providerId="ADAL" clId="{80F1FD11-FDDA-54EE-9872-A7D4BD9747F2}" dt="2026-08-19T10:07:33.813" v="125"/>
          <pc:sldLayoutMkLst>
            <pc:docMk/>
            <pc:sldMasterMk cId="4191478342" sldId="2147483661"/>
            <pc:sldLayoutMk cId="996055648" sldId="2147483668"/>
          </pc:sldLayoutMkLst>
          <pc:spChg chg="add mod">
            <ac:chgData name="Munuswamy Sathish" userId="56146e37-9b35-4486-9ffe-663555f98a3a" providerId="ADAL" clId="{80F1FD11-FDDA-54EE-9872-A7D4BD9747F2}" dt="2026-08-19T10:07:33.813" v="125"/>
            <ac:spMkLst>
              <pc:docMk/>
              <pc:sldMasterMk cId="4191478342" sldId="2147483661"/>
              <pc:sldLayoutMk cId="996055648" sldId="2147483668"/>
              <ac:spMk id="4" creationId="{18030947-61E0-B1B8-5F7F-B55E571C7BE7}"/>
            </ac:spMkLst>
          </pc:spChg>
        </pc:sldLayoutChg>
        <pc:sldLayoutChg chg="addSp modSp">
          <pc:chgData name="Munuswamy Sathish" userId="56146e37-9b35-4486-9ffe-663555f98a3a" providerId="ADAL" clId="{80F1FD11-FDDA-54EE-9872-A7D4BD9747F2}" dt="2026-08-19T10:07:35.805" v="126"/>
          <pc:sldLayoutMkLst>
            <pc:docMk/>
            <pc:sldMasterMk cId="4191478342" sldId="2147483661"/>
            <pc:sldLayoutMk cId="184634738" sldId="2147483669"/>
          </pc:sldLayoutMkLst>
          <pc:spChg chg="add mod">
            <ac:chgData name="Munuswamy Sathish" userId="56146e37-9b35-4486-9ffe-663555f98a3a" providerId="ADAL" clId="{80F1FD11-FDDA-54EE-9872-A7D4BD9747F2}" dt="2026-08-19T10:07:35.805" v="126"/>
            <ac:spMkLst>
              <pc:docMk/>
              <pc:sldMasterMk cId="4191478342" sldId="2147483661"/>
              <pc:sldLayoutMk cId="184634738" sldId="2147483669"/>
              <ac:spMk id="4" creationId="{4993C5ED-BC1A-A4B6-C3F2-3EB443FC2D70}"/>
            </ac:spMkLst>
          </pc:spChg>
        </pc:sldLayoutChg>
        <pc:sldLayoutChg chg="addSp modSp">
          <pc:chgData name="Munuswamy Sathish" userId="56146e37-9b35-4486-9ffe-663555f98a3a" providerId="ADAL" clId="{80F1FD11-FDDA-54EE-9872-A7D4BD9747F2}" dt="2026-08-19T10:07:37.345" v="127"/>
          <pc:sldLayoutMkLst>
            <pc:docMk/>
            <pc:sldMasterMk cId="4191478342" sldId="2147483661"/>
            <pc:sldLayoutMk cId="882848311" sldId="2147483670"/>
          </pc:sldLayoutMkLst>
          <pc:spChg chg="add mod">
            <ac:chgData name="Munuswamy Sathish" userId="56146e37-9b35-4486-9ffe-663555f98a3a" providerId="ADAL" clId="{80F1FD11-FDDA-54EE-9872-A7D4BD9747F2}" dt="2026-08-19T10:07:37.345" v="127"/>
            <ac:spMkLst>
              <pc:docMk/>
              <pc:sldMasterMk cId="4191478342" sldId="2147483661"/>
              <pc:sldLayoutMk cId="882848311" sldId="2147483670"/>
              <ac:spMk id="4" creationId="{3B8D2015-2819-B7D5-F3C5-0978A57C38A3}"/>
            </ac:spMkLst>
          </pc:spChg>
        </pc:sldLayoutChg>
        <pc:sldLayoutChg chg="addSp modSp">
          <pc:chgData name="Munuswamy Sathish" userId="56146e37-9b35-4486-9ffe-663555f98a3a" providerId="ADAL" clId="{80F1FD11-FDDA-54EE-9872-A7D4BD9747F2}" dt="2026-08-19T10:07:40.771" v="129"/>
          <pc:sldLayoutMkLst>
            <pc:docMk/>
            <pc:sldMasterMk cId="4191478342" sldId="2147483661"/>
            <pc:sldLayoutMk cId="160341526" sldId="2147483671"/>
          </pc:sldLayoutMkLst>
          <pc:spChg chg="add mod">
            <ac:chgData name="Munuswamy Sathish" userId="56146e37-9b35-4486-9ffe-663555f98a3a" providerId="ADAL" clId="{80F1FD11-FDDA-54EE-9872-A7D4BD9747F2}" dt="2026-08-19T10:07:40.771" v="129"/>
            <ac:spMkLst>
              <pc:docMk/>
              <pc:sldMasterMk cId="4191478342" sldId="2147483661"/>
              <pc:sldLayoutMk cId="160341526" sldId="2147483671"/>
              <ac:spMk id="4" creationId="{B09EF9B6-89DD-D538-1E5E-9DC54BCC9842}"/>
            </ac:spMkLst>
          </pc:spChg>
        </pc:sldLayoutChg>
        <pc:sldLayoutChg chg="addSp modSp">
          <pc:chgData name="Munuswamy Sathish" userId="56146e37-9b35-4486-9ffe-663555f98a3a" providerId="ADAL" clId="{80F1FD11-FDDA-54EE-9872-A7D4BD9747F2}" dt="2026-08-19T10:07:38.470" v="128"/>
          <pc:sldLayoutMkLst>
            <pc:docMk/>
            <pc:sldMasterMk cId="4191478342" sldId="2147483661"/>
            <pc:sldLayoutMk cId="2186767084" sldId="2147483672"/>
          </pc:sldLayoutMkLst>
          <pc:spChg chg="add mod">
            <ac:chgData name="Munuswamy Sathish" userId="56146e37-9b35-4486-9ffe-663555f98a3a" providerId="ADAL" clId="{80F1FD11-FDDA-54EE-9872-A7D4BD9747F2}" dt="2026-08-19T10:07:38.470" v="128"/>
            <ac:spMkLst>
              <pc:docMk/>
              <pc:sldMasterMk cId="4191478342" sldId="2147483661"/>
              <pc:sldLayoutMk cId="2186767084" sldId="2147483672"/>
              <ac:spMk id="4" creationId="{FA953583-67E8-9559-A559-FB557C760D60}"/>
            </ac:spMkLst>
          </pc:spChg>
        </pc:sldLayoutChg>
      </pc:sldMasterChg>
    </pc:docChg>
  </pc:docChgLst>
  <pc:docChgLst>
    <pc:chgData name="Clare Botelho" userId="a502075c-4a54-476a-bdd0-21d9d24b8163" providerId="ADAL" clId="{15941BDC-DA39-52CD-97E5-5F95805C3BAF}"/>
    <pc:docChg chg="modSld">
      <pc:chgData name="Clare Botelho" userId="a502075c-4a54-476a-bdd0-21d9d24b8163" providerId="ADAL" clId="{15941BDC-DA39-52CD-97E5-5F95805C3BAF}" dt="2026-09-03T14:22:55.287" v="6" actId="1076"/>
      <pc:docMkLst>
        <pc:docMk/>
      </pc:docMkLst>
      <pc:sldChg chg="modSp mod">
        <pc:chgData name="Clare Botelho" userId="a502075c-4a54-476a-bdd0-21d9d24b8163" providerId="ADAL" clId="{15941BDC-DA39-52CD-97E5-5F95805C3BAF}" dt="2026-09-03T14:22:24.182" v="1" actId="1076"/>
        <pc:sldMkLst>
          <pc:docMk/>
          <pc:sldMk cId="1890829512" sldId="269"/>
        </pc:sldMkLst>
        <pc:spChg chg="mod">
          <ac:chgData name="Clare Botelho" userId="a502075c-4a54-476a-bdd0-21d9d24b8163" providerId="ADAL" clId="{15941BDC-DA39-52CD-97E5-5F95805C3BAF}" dt="2026-09-03T14:22:24.182" v="1" actId="1076"/>
          <ac:spMkLst>
            <pc:docMk/>
            <pc:sldMk cId="1890829512" sldId="269"/>
            <ac:spMk id="13" creationId="{61301C7A-3E86-EBAF-968F-F22C2F8E2475}"/>
          </ac:spMkLst>
        </pc:spChg>
        <pc:spChg chg="mod">
          <ac:chgData name="Clare Botelho" userId="a502075c-4a54-476a-bdd0-21d9d24b8163" providerId="ADAL" clId="{15941BDC-DA39-52CD-97E5-5F95805C3BAF}" dt="2026-09-03T14:22:24.182" v="1" actId="1076"/>
          <ac:spMkLst>
            <pc:docMk/>
            <pc:sldMk cId="1890829512" sldId="269"/>
            <ac:spMk id="14" creationId="{7E5B8585-D11C-5B7A-A433-84E06B75C5E7}"/>
          </ac:spMkLst>
        </pc:spChg>
        <pc:spChg chg="mod">
          <ac:chgData name="Clare Botelho" userId="a502075c-4a54-476a-bdd0-21d9d24b8163" providerId="ADAL" clId="{15941BDC-DA39-52CD-97E5-5F95805C3BAF}" dt="2026-09-03T14:22:24.182" v="1" actId="1076"/>
          <ac:spMkLst>
            <pc:docMk/>
            <pc:sldMk cId="1890829512" sldId="269"/>
            <ac:spMk id="16" creationId="{B5CBE298-32CB-71F8-DE6D-9CEE0CCF242B}"/>
          </ac:spMkLst>
        </pc:spChg>
      </pc:sldChg>
      <pc:sldChg chg="modSp mod">
        <pc:chgData name="Clare Botelho" userId="a502075c-4a54-476a-bdd0-21d9d24b8163" providerId="ADAL" clId="{15941BDC-DA39-52CD-97E5-5F95805C3BAF}" dt="2026-09-03T14:22:55.287" v="6" actId="1076"/>
        <pc:sldMkLst>
          <pc:docMk/>
          <pc:sldMk cId="1107232318" sldId="275"/>
        </pc:sldMkLst>
        <pc:spChg chg="mod">
          <ac:chgData name="Clare Botelho" userId="a502075c-4a54-476a-bdd0-21d9d24b8163" providerId="ADAL" clId="{15941BDC-DA39-52CD-97E5-5F95805C3BAF}" dt="2026-09-03T14:22:50.304" v="4" actId="1076"/>
          <ac:spMkLst>
            <pc:docMk/>
            <pc:sldMk cId="1107232318" sldId="275"/>
            <ac:spMk id="5" creationId="{7C4555A9-AC71-914B-0EBF-591CC8D2258F}"/>
          </ac:spMkLst>
        </pc:spChg>
        <pc:spChg chg="mod">
          <ac:chgData name="Clare Botelho" userId="a502075c-4a54-476a-bdd0-21d9d24b8163" providerId="ADAL" clId="{15941BDC-DA39-52CD-97E5-5F95805C3BAF}" dt="2026-09-03T14:22:50.304" v="4" actId="1076"/>
          <ac:spMkLst>
            <pc:docMk/>
            <pc:sldMk cId="1107232318" sldId="275"/>
            <ac:spMk id="13" creationId="{7BB5D21B-DA45-2B2C-3AA0-13517DD433E8}"/>
          </ac:spMkLst>
        </pc:spChg>
        <pc:spChg chg="mod">
          <ac:chgData name="Clare Botelho" userId="a502075c-4a54-476a-bdd0-21d9d24b8163" providerId="ADAL" clId="{15941BDC-DA39-52CD-97E5-5F95805C3BAF}" dt="2026-09-03T14:22:55.287" v="6" actId="1076"/>
          <ac:spMkLst>
            <pc:docMk/>
            <pc:sldMk cId="1107232318" sldId="275"/>
            <ac:spMk id="14" creationId="{5B473EC4-098A-9C5C-88DE-156EA6FF8BA4}"/>
          </ac:spMkLst>
        </pc:spChg>
        <pc:spChg chg="mod">
          <ac:chgData name="Clare Botelho" userId="a502075c-4a54-476a-bdd0-21d9d24b8163" providerId="ADAL" clId="{15941BDC-DA39-52CD-97E5-5F95805C3BAF}" dt="2026-09-03T14:22:50.304" v="4" actId="1076"/>
          <ac:spMkLst>
            <pc:docMk/>
            <pc:sldMk cId="1107232318" sldId="275"/>
            <ac:spMk id="16" creationId="{3907CF25-3415-0A97-FBE2-5C22564E879A}"/>
          </ac:spMkLst>
        </pc:spChg>
      </pc:sldChg>
    </pc:docChg>
  </pc:docChgLst>
  <pc:docChgLst>
    <pc:chgData name="Francis Xavier" userId="61f623e9-e9db-467b-88c9-26319e2fef74" providerId="ADAL" clId="{861693F2-154E-58F4-B4C6-39A3CDA65E51}"/>
    <pc:docChg chg="custSel modMainMaster">
      <pc:chgData name="Francis Xavier" userId="61f623e9-e9db-467b-88c9-26319e2fef74" providerId="ADAL" clId="{861693F2-154E-58F4-B4C6-39A3CDA65E51}" dt="2026-08-25T14:13:17.211" v="0" actId="478"/>
      <pc:docMkLst>
        <pc:docMk/>
      </pc:docMkLst>
      <pc:sldMasterChg chg="modSldLayout">
        <pc:chgData name="Francis Xavier" userId="61f623e9-e9db-467b-88c9-26319e2fef74" providerId="ADAL" clId="{861693F2-154E-58F4-B4C6-39A3CDA65E51}" dt="2026-08-25T14:13:17.211" v="0" actId="478"/>
        <pc:sldMasterMkLst>
          <pc:docMk/>
          <pc:sldMasterMk cId="1538848823" sldId="2147483655"/>
        </pc:sldMasterMkLst>
        <pc:sldLayoutChg chg="delSp mod">
          <pc:chgData name="Francis Xavier" userId="61f623e9-e9db-467b-88c9-26319e2fef74" providerId="ADAL" clId="{861693F2-154E-58F4-B4C6-39A3CDA65E51}" dt="2026-08-25T14:13:17.211" v="0" actId="478"/>
          <pc:sldLayoutMkLst>
            <pc:docMk/>
            <pc:sldMasterMk cId="1538848823" sldId="2147483655"/>
            <pc:sldLayoutMk cId="767793927" sldId="2147483656"/>
          </pc:sldLayoutMkLst>
        </pc:sldLayoutChg>
      </pc:sldMasterChg>
    </pc:docChg>
  </pc:docChgLst>
  <pc:docChgLst>
    <pc:chgData name="Christina Triantafillis" userId="4aecc5f4-7143-4b46-b8b6-f9cd3163dfab" providerId="ADAL" clId="{98F04E9E-6093-5F2D-A502-3311D62928B5}"/>
    <pc:docChg chg="undo custSel modSld modMainMaster">
      <pc:chgData name="Christina Triantafillis" userId="4aecc5f4-7143-4b46-b8b6-f9cd3163dfab" providerId="ADAL" clId="{98F04E9E-6093-5F2D-A502-3311D62928B5}" dt="2026-09-03T16:41:23.558" v="18" actId="6264"/>
      <pc:docMkLst>
        <pc:docMk/>
      </pc:docMkLst>
      <pc:sldChg chg="addSp delSp modSp mod chgLayout">
        <pc:chgData name="Christina Triantafillis" userId="4aecc5f4-7143-4b46-b8b6-f9cd3163dfab" providerId="ADAL" clId="{98F04E9E-6093-5F2D-A502-3311D62928B5}" dt="2026-09-03T16:41:23.558" v="18" actId="6264"/>
        <pc:sldMkLst>
          <pc:docMk/>
          <pc:sldMk cId="2716112897" sldId="264"/>
        </pc:sldMkLst>
        <pc:spChg chg="add del mod">
          <ac:chgData name="Christina Triantafillis" userId="4aecc5f4-7143-4b46-b8b6-f9cd3163dfab" providerId="ADAL" clId="{98F04E9E-6093-5F2D-A502-3311D62928B5}" dt="2026-09-03T16:38:00.857" v="4" actId="6264"/>
          <ac:spMkLst>
            <pc:docMk/>
            <pc:sldMk cId="2716112897" sldId="264"/>
            <ac:spMk id="2" creationId="{D76DA6B6-AB0B-257A-3CCE-790FD285C5C2}"/>
          </ac:spMkLst>
        </pc:spChg>
        <pc:spChg chg="add del mod">
          <ac:chgData name="Christina Triantafillis" userId="4aecc5f4-7143-4b46-b8b6-f9cd3163dfab" providerId="ADAL" clId="{98F04E9E-6093-5F2D-A502-3311D62928B5}" dt="2026-09-03T16:38:00.857" v="4" actId="6264"/>
          <ac:spMkLst>
            <pc:docMk/>
            <pc:sldMk cId="2716112897" sldId="264"/>
            <ac:spMk id="3" creationId="{390C7E1B-2F84-9F78-8931-ACAE13774CE8}"/>
          </ac:spMkLst>
        </pc:spChg>
        <pc:spChg chg="add del mod ord">
          <ac:chgData name="Christina Triantafillis" userId="4aecc5f4-7143-4b46-b8b6-f9cd3163dfab" providerId="ADAL" clId="{98F04E9E-6093-5F2D-A502-3311D62928B5}" dt="2026-09-03T16:38:00.857" v="4" actId="6264"/>
          <ac:spMkLst>
            <pc:docMk/>
            <pc:sldMk cId="2716112897" sldId="264"/>
            <ac:spMk id="4" creationId="{3F6ECEBF-CE45-3E8E-CEB2-8B595AA10EAB}"/>
          </ac:spMkLst>
        </pc:spChg>
        <pc:spChg chg="add del mod ord">
          <ac:chgData name="Christina Triantafillis" userId="4aecc5f4-7143-4b46-b8b6-f9cd3163dfab" providerId="ADAL" clId="{98F04E9E-6093-5F2D-A502-3311D62928B5}" dt="2026-09-03T16:38:00.857" v="4" actId="6264"/>
          <ac:spMkLst>
            <pc:docMk/>
            <pc:sldMk cId="2716112897" sldId="264"/>
            <ac:spMk id="5" creationId="{1E5C174D-082B-B265-E601-BD08B7172BB6}"/>
          </ac:spMkLst>
        </pc:spChg>
        <pc:spChg chg="add del mod ord">
          <ac:chgData name="Christina Triantafillis" userId="4aecc5f4-7143-4b46-b8b6-f9cd3163dfab" providerId="ADAL" clId="{98F04E9E-6093-5F2D-A502-3311D62928B5}" dt="2026-09-03T16:38:00.857" v="4" actId="6264"/>
          <ac:spMkLst>
            <pc:docMk/>
            <pc:sldMk cId="2716112897" sldId="264"/>
            <ac:spMk id="6" creationId="{B880747D-4EAB-4EF1-668F-DB5A4B57DD44}"/>
          </ac:spMkLst>
        </pc:spChg>
        <pc:spChg chg="add del mod">
          <ac:chgData name="Christina Triantafillis" userId="4aecc5f4-7143-4b46-b8b6-f9cd3163dfab" providerId="ADAL" clId="{98F04E9E-6093-5F2D-A502-3311D62928B5}" dt="2026-09-03T16:40:29.881" v="5" actId="6264"/>
          <ac:spMkLst>
            <pc:docMk/>
            <pc:sldMk cId="2716112897" sldId="264"/>
            <ac:spMk id="7" creationId="{516B6C62-1F5B-4C1A-CFE7-B844062F9018}"/>
          </ac:spMkLst>
        </pc:spChg>
        <pc:spChg chg="add del mod">
          <ac:chgData name="Christina Triantafillis" userId="4aecc5f4-7143-4b46-b8b6-f9cd3163dfab" providerId="ADAL" clId="{98F04E9E-6093-5F2D-A502-3311D62928B5}" dt="2026-09-03T16:40:29.881" v="5" actId="6264"/>
          <ac:spMkLst>
            <pc:docMk/>
            <pc:sldMk cId="2716112897" sldId="264"/>
            <ac:spMk id="8" creationId="{DF82C2D7-79E1-50DD-C4CB-DB29945A84DC}"/>
          </ac:spMkLst>
        </pc:spChg>
        <pc:spChg chg="add mod ord">
          <ac:chgData name="Christina Triantafillis" userId="4aecc5f4-7143-4b46-b8b6-f9cd3163dfab" providerId="ADAL" clId="{98F04E9E-6093-5F2D-A502-3311D62928B5}" dt="2026-09-03T16:41:23.558" v="18" actId="6264"/>
          <ac:spMkLst>
            <pc:docMk/>
            <pc:sldMk cId="2716112897" sldId="264"/>
            <ac:spMk id="9" creationId="{3E829B87-F335-1D96-FB63-F9C469EB0A1F}"/>
          </ac:spMkLst>
        </pc:spChg>
        <pc:spChg chg="add del mod ord">
          <ac:chgData name="Christina Triantafillis" userId="4aecc5f4-7143-4b46-b8b6-f9cd3163dfab" providerId="ADAL" clId="{98F04E9E-6093-5F2D-A502-3311D62928B5}" dt="2026-09-03T16:40:39.795" v="8" actId="6264"/>
          <ac:spMkLst>
            <pc:docMk/>
            <pc:sldMk cId="2716112897" sldId="264"/>
            <ac:spMk id="10" creationId="{A6BD2839-0DB9-CA99-0961-2DC87ADBF750}"/>
          </ac:spMkLst>
        </pc:spChg>
        <pc:spChg chg="add del mod ord">
          <ac:chgData name="Christina Triantafillis" userId="4aecc5f4-7143-4b46-b8b6-f9cd3163dfab" providerId="ADAL" clId="{98F04E9E-6093-5F2D-A502-3311D62928B5}" dt="2026-09-03T16:40:37.374" v="7" actId="478"/>
          <ac:spMkLst>
            <pc:docMk/>
            <pc:sldMk cId="2716112897" sldId="264"/>
            <ac:spMk id="11" creationId="{6940421B-5682-6A67-95AE-66DCDC29939C}"/>
          </ac:spMkLst>
        </pc:spChg>
        <pc:spChg chg="add del mod">
          <ac:chgData name="Christina Triantafillis" userId="4aecc5f4-7143-4b46-b8b6-f9cd3163dfab" providerId="ADAL" clId="{98F04E9E-6093-5F2D-A502-3311D62928B5}" dt="2026-09-03T16:40:39.795" v="8" actId="6264"/>
          <ac:spMkLst>
            <pc:docMk/>
            <pc:sldMk cId="2716112897" sldId="264"/>
            <ac:spMk id="13" creationId="{3F29936A-D6E2-BF4E-17A2-4054A364FB6B}"/>
          </ac:spMkLst>
        </pc:spChg>
        <pc:spChg chg="add del mod">
          <ac:chgData name="Christina Triantafillis" userId="4aecc5f4-7143-4b46-b8b6-f9cd3163dfab" providerId="ADAL" clId="{98F04E9E-6093-5F2D-A502-3311D62928B5}" dt="2026-09-03T16:40:39.795" v="8" actId="6264"/>
          <ac:spMkLst>
            <pc:docMk/>
            <pc:sldMk cId="2716112897" sldId="264"/>
            <ac:spMk id="14" creationId="{874032A5-7079-789A-E4B5-40D83832E43F}"/>
          </ac:spMkLst>
        </pc:spChg>
        <pc:spChg chg="add del mod">
          <ac:chgData name="Christina Triantafillis" userId="4aecc5f4-7143-4b46-b8b6-f9cd3163dfab" providerId="ADAL" clId="{98F04E9E-6093-5F2D-A502-3311D62928B5}" dt="2026-09-03T16:40:39.795" v="8" actId="6264"/>
          <ac:spMkLst>
            <pc:docMk/>
            <pc:sldMk cId="2716112897" sldId="264"/>
            <ac:spMk id="15" creationId="{E89C28C3-77F9-7FCC-3C06-1B55E9610694}"/>
          </ac:spMkLst>
        </pc:spChg>
        <pc:spChg chg="add del mod ord">
          <ac:chgData name="Christina Triantafillis" userId="4aecc5f4-7143-4b46-b8b6-f9cd3163dfab" providerId="ADAL" clId="{98F04E9E-6093-5F2D-A502-3311D62928B5}" dt="2026-09-03T16:40:56.240" v="13" actId="478"/>
          <ac:spMkLst>
            <pc:docMk/>
            <pc:sldMk cId="2716112897" sldId="264"/>
            <ac:spMk id="16" creationId="{B277BB1D-8150-C90A-41F3-712ADC5674B6}"/>
          </ac:spMkLst>
        </pc:spChg>
        <pc:spChg chg="add del mod ord">
          <ac:chgData name="Christina Triantafillis" userId="4aecc5f4-7143-4b46-b8b6-f9cd3163dfab" providerId="ADAL" clId="{98F04E9E-6093-5F2D-A502-3311D62928B5}" dt="2026-09-03T16:40:56.240" v="13" actId="478"/>
          <ac:spMkLst>
            <pc:docMk/>
            <pc:sldMk cId="2716112897" sldId="264"/>
            <ac:spMk id="17" creationId="{B02C376F-EC58-40B9-8ABD-47EBE69DDA07}"/>
          </ac:spMkLst>
        </pc:spChg>
        <pc:spChg chg="add del mod ord">
          <ac:chgData name="Christina Triantafillis" userId="4aecc5f4-7143-4b46-b8b6-f9cd3163dfab" providerId="ADAL" clId="{98F04E9E-6093-5F2D-A502-3311D62928B5}" dt="2026-09-03T16:40:56.240" v="13" actId="478"/>
          <ac:spMkLst>
            <pc:docMk/>
            <pc:sldMk cId="2716112897" sldId="264"/>
            <ac:spMk id="18" creationId="{0EBA2C79-7B4D-3A4B-632A-9BBB87EB61EC}"/>
          </ac:spMkLst>
        </pc:spChg>
        <pc:spChg chg="add del mod">
          <ac:chgData name="Christina Triantafillis" userId="4aecc5f4-7143-4b46-b8b6-f9cd3163dfab" providerId="ADAL" clId="{98F04E9E-6093-5F2D-A502-3311D62928B5}" dt="2026-09-03T16:40:57.488" v="14" actId="6264"/>
          <ac:spMkLst>
            <pc:docMk/>
            <pc:sldMk cId="2716112897" sldId="264"/>
            <ac:spMk id="19" creationId="{AE127B39-1A9E-F26D-E278-D358B2D28FB7}"/>
          </ac:spMkLst>
        </pc:spChg>
        <pc:spChg chg="add del mod">
          <ac:chgData name="Christina Triantafillis" userId="4aecc5f4-7143-4b46-b8b6-f9cd3163dfab" providerId="ADAL" clId="{98F04E9E-6093-5F2D-A502-3311D62928B5}" dt="2026-09-03T16:40:57.488" v="14" actId="6264"/>
          <ac:spMkLst>
            <pc:docMk/>
            <pc:sldMk cId="2716112897" sldId="264"/>
            <ac:spMk id="20" creationId="{3F64BC40-5B4B-CC4C-750A-79243C6F0706}"/>
          </ac:spMkLst>
        </pc:spChg>
        <pc:spChg chg="add del mod">
          <ac:chgData name="Christina Triantafillis" userId="4aecc5f4-7143-4b46-b8b6-f9cd3163dfab" providerId="ADAL" clId="{98F04E9E-6093-5F2D-A502-3311D62928B5}" dt="2026-09-03T16:41:22.221" v="17" actId="6264"/>
          <ac:spMkLst>
            <pc:docMk/>
            <pc:sldMk cId="2716112897" sldId="264"/>
            <ac:spMk id="21" creationId="{AF7ED9A0-B9EB-0F1C-B4A2-73A46B906582}"/>
          </ac:spMkLst>
        </pc:spChg>
        <pc:spChg chg="add del mod">
          <ac:chgData name="Christina Triantafillis" userId="4aecc5f4-7143-4b46-b8b6-f9cd3163dfab" providerId="ADAL" clId="{98F04E9E-6093-5F2D-A502-3311D62928B5}" dt="2026-09-03T16:41:22.221" v="17" actId="6264"/>
          <ac:spMkLst>
            <pc:docMk/>
            <pc:sldMk cId="2716112897" sldId="264"/>
            <ac:spMk id="22" creationId="{E8166BA8-E09E-6536-EE98-31B108053A7D}"/>
          </ac:spMkLst>
        </pc:spChg>
        <pc:spChg chg="add del mod">
          <ac:chgData name="Christina Triantafillis" userId="4aecc5f4-7143-4b46-b8b6-f9cd3163dfab" providerId="ADAL" clId="{98F04E9E-6093-5F2D-A502-3311D62928B5}" dt="2026-09-03T16:41:23.558" v="18" actId="6264"/>
          <ac:spMkLst>
            <pc:docMk/>
            <pc:sldMk cId="2716112897" sldId="264"/>
            <ac:spMk id="23" creationId="{610722B3-D54D-14F0-CE19-666C30313DB7}"/>
          </ac:spMkLst>
        </pc:spChg>
        <pc:spChg chg="add del mod">
          <ac:chgData name="Christina Triantafillis" userId="4aecc5f4-7143-4b46-b8b6-f9cd3163dfab" providerId="ADAL" clId="{98F04E9E-6093-5F2D-A502-3311D62928B5}" dt="2026-09-03T16:41:23.558" v="18" actId="6264"/>
          <ac:spMkLst>
            <pc:docMk/>
            <pc:sldMk cId="2716112897" sldId="264"/>
            <ac:spMk id="24" creationId="{3B4317F5-BB82-3204-5220-B132C66359B0}"/>
          </ac:spMkLst>
        </pc:spChg>
        <pc:spChg chg="del mod ord">
          <ac:chgData name="Christina Triantafillis" userId="4aecc5f4-7143-4b46-b8b6-f9cd3163dfab" providerId="ADAL" clId="{98F04E9E-6093-5F2D-A502-3311D62928B5}" dt="2026-09-03T16:40:37.374" v="7" actId="478"/>
          <ac:spMkLst>
            <pc:docMk/>
            <pc:sldMk cId="2716112897" sldId="264"/>
            <ac:spMk id="25" creationId="{2161EA5D-96EB-DA70-B3DA-EF5E22138614}"/>
          </ac:spMkLst>
        </pc:spChg>
        <pc:spChg chg="mod ord">
          <ac:chgData name="Christina Triantafillis" userId="4aecc5f4-7143-4b46-b8b6-f9cd3163dfab" providerId="ADAL" clId="{98F04E9E-6093-5F2D-A502-3311D62928B5}" dt="2026-09-03T16:41:23.558" v="18" actId="6264"/>
          <ac:spMkLst>
            <pc:docMk/>
            <pc:sldMk cId="2716112897" sldId="264"/>
            <ac:spMk id="28" creationId="{2A114065-8FF2-E8C1-2B4E-C5151BA84389}"/>
          </ac:spMkLst>
        </pc:spChg>
      </pc:sldChg>
      <pc:sldChg chg="modSp">
        <pc:chgData name="Christina Triantafillis" userId="4aecc5f4-7143-4b46-b8b6-f9cd3163dfab" providerId="ADAL" clId="{98F04E9E-6093-5F2D-A502-3311D62928B5}" dt="2026-08-27T15:45:50.063" v="0"/>
        <pc:sldMkLst>
          <pc:docMk/>
          <pc:sldMk cId="1890829512" sldId="269"/>
        </pc:sldMkLst>
        <pc:spChg chg="mod">
          <ac:chgData name="Christina Triantafillis" userId="4aecc5f4-7143-4b46-b8b6-f9cd3163dfab" providerId="ADAL" clId="{98F04E9E-6093-5F2D-A502-3311D62928B5}" dt="2026-08-27T15:45:50.063" v="0"/>
          <ac:spMkLst>
            <pc:docMk/>
            <pc:sldMk cId="1890829512" sldId="269"/>
            <ac:spMk id="4" creationId="{C9936C4A-86CE-AC44-7715-4673D50A0B71}"/>
          </ac:spMkLst>
        </pc:spChg>
      </pc:sldChg>
      <pc:sldChg chg="modSp">
        <pc:chgData name="Christina Triantafillis" userId="4aecc5f4-7143-4b46-b8b6-f9cd3163dfab" providerId="ADAL" clId="{98F04E9E-6093-5F2D-A502-3311D62928B5}" dt="2026-08-27T15:45:50.063" v="0"/>
        <pc:sldMkLst>
          <pc:docMk/>
          <pc:sldMk cId="1018166703" sldId="271"/>
        </pc:sldMkLst>
        <pc:spChg chg="mod">
          <ac:chgData name="Christina Triantafillis" userId="4aecc5f4-7143-4b46-b8b6-f9cd3163dfab" providerId="ADAL" clId="{98F04E9E-6093-5F2D-A502-3311D62928B5}" dt="2026-08-27T15:45:50.063" v="0"/>
          <ac:spMkLst>
            <pc:docMk/>
            <pc:sldMk cId="1018166703" sldId="271"/>
            <ac:spMk id="3" creationId="{43E547F4-A99B-668C-41D2-6B23D342EC99}"/>
          </ac:spMkLst>
        </pc:spChg>
      </pc:sldChg>
      <pc:sldChg chg="modSp">
        <pc:chgData name="Christina Triantafillis" userId="4aecc5f4-7143-4b46-b8b6-f9cd3163dfab" providerId="ADAL" clId="{98F04E9E-6093-5F2D-A502-3311D62928B5}" dt="2026-08-27T15:45:50.063" v="0"/>
        <pc:sldMkLst>
          <pc:docMk/>
          <pc:sldMk cId="1107232318" sldId="275"/>
        </pc:sldMkLst>
        <pc:spChg chg="mod">
          <ac:chgData name="Christina Triantafillis" userId="4aecc5f4-7143-4b46-b8b6-f9cd3163dfab" providerId="ADAL" clId="{98F04E9E-6093-5F2D-A502-3311D62928B5}" dt="2026-08-27T15:45:50.063" v="0"/>
          <ac:spMkLst>
            <pc:docMk/>
            <pc:sldMk cId="1107232318" sldId="275"/>
            <ac:spMk id="4" creationId="{3DE6E096-9B66-D6B5-3B4A-A575E1BF3D99}"/>
          </ac:spMkLst>
        </pc:spChg>
      </pc:sldChg>
      <pc:sldChg chg="modSp">
        <pc:chgData name="Christina Triantafillis" userId="4aecc5f4-7143-4b46-b8b6-f9cd3163dfab" providerId="ADAL" clId="{98F04E9E-6093-5F2D-A502-3311D62928B5}" dt="2026-08-27T15:45:50.063" v="0"/>
        <pc:sldMkLst>
          <pc:docMk/>
          <pc:sldMk cId="1605377997" sldId="276"/>
        </pc:sldMkLst>
        <pc:spChg chg="mod">
          <ac:chgData name="Christina Triantafillis" userId="4aecc5f4-7143-4b46-b8b6-f9cd3163dfab" providerId="ADAL" clId="{98F04E9E-6093-5F2D-A502-3311D62928B5}" dt="2026-08-27T15:45:50.063" v="0"/>
          <ac:spMkLst>
            <pc:docMk/>
            <pc:sldMk cId="1605377997" sldId="276"/>
            <ac:spMk id="4" creationId="{EEC23D2F-19A9-6D70-1563-01C8858AA974}"/>
          </ac:spMkLst>
        </pc:spChg>
      </pc:sldChg>
      <pc:sldMasterChg chg="modSldLayout">
        <pc:chgData name="Christina Triantafillis" userId="4aecc5f4-7143-4b46-b8b6-f9cd3163dfab" providerId="ADAL" clId="{98F04E9E-6093-5F2D-A502-3311D62928B5}" dt="2026-09-03T16:41:11.182" v="16" actId="14100"/>
        <pc:sldMasterMkLst>
          <pc:docMk/>
          <pc:sldMasterMk cId="1538848823" sldId="2147483655"/>
        </pc:sldMasterMkLst>
        <pc:sldLayoutChg chg="addSp delSp modSp mod">
          <pc:chgData name="Christina Triantafillis" userId="4aecc5f4-7143-4b46-b8b6-f9cd3163dfab" providerId="ADAL" clId="{98F04E9E-6093-5F2D-A502-3311D62928B5}" dt="2026-09-03T16:41:11.182" v="16" actId="14100"/>
          <pc:sldLayoutMkLst>
            <pc:docMk/>
            <pc:sldMasterMk cId="1538848823" sldId="2147483655"/>
            <pc:sldLayoutMk cId="767793927" sldId="2147483656"/>
          </pc:sldLayoutMkLst>
          <pc:spChg chg="add del mod">
            <ac:chgData name="Christina Triantafillis" userId="4aecc5f4-7143-4b46-b8b6-f9cd3163dfab" providerId="ADAL" clId="{98F04E9E-6093-5F2D-A502-3311D62928B5}" dt="2026-09-03T16:40:45.961" v="11" actId="478"/>
            <ac:spMkLst>
              <pc:docMk/>
              <pc:sldMasterMk cId="1538848823" sldId="2147483655"/>
              <pc:sldLayoutMk cId="767793927" sldId="2147483656"/>
              <ac:spMk id="3" creationId="{C17CB001-9558-ABB7-E6C0-B4C24B03A19E}"/>
            </ac:spMkLst>
          </pc:spChg>
          <pc:spChg chg="add del mod">
            <ac:chgData name="Christina Triantafillis" userId="4aecc5f4-7143-4b46-b8b6-f9cd3163dfab" providerId="ADAL" clId="{98F04E9E-6093-5F2D-A502-3311D62928B5}" dt="2026-09-03T16:41:11.182" v="16" actId="14100"/>
            <ac:spMkLst>
              <pc:docMk/>
              <pc:sldMasterMk cId="1538848823" sldId="2147483655"/>
              <pc:sldLayoutMk cId="767793927" sldId="2147483656"/>
              <ac:spMk id="8" creationId="{D2F77BBF-4DC1-CA17-286E-52D96AA84315}"/>
            </ac:spMkLst>
          </pc:spChg>
          <pc:spChg chg="mod">
            <ac:chgData name="Christina Triantafillis" userId="4aecc5f4-7143-4b46-b8b6-f9cd3163dfab" providerId="ADAL" clId="{98F04E9E-6093-5F2D-A502-3311D62928B5}" dt="2026-09-03T16:41:11.182" v="16" actId="14100"/>
            <ac:spMkLst>
              <pc:docMk/>
              <pc:sldMasterMk cId="1538848823" sldId="2147483655"/>
              <pc:sldLayoutMk cId="767793927" sldId="2147483656"/>
              <ac:spMk id="10" creationId="{09392C31-B614-0718-F47E-5C21F02A0A48}"/>
            </ac:spMkLst>
          </pc:spChg>
          <pc:spChg chg="add del mod">
            <ac:chgData name="Christina Triantafillis" userId="4aecc5f4-7143-4b46-b8b6-f9cd3163dfab" providerId="ADAL" clId="{98F04E9E-6093-5F2D-A502-3311D62928B5}" dt="2026-09-03T16:40:45.961" v="11" actId="478"/>
            <ac:spMkLst>
              <pc:docMk/>
              <pc:sldMasterMk cId="1538848823" sldId="2147483655"/>
              <pc:sldLayoutMk cId="767793927" sldId="2147483656"/>
              <ac:spMk id="13" creationId="{145E5C46-2A7C-865D-907A-1B8055604AD9}"/>
            </ac:spMkLst>
          </pc:spChg>
          <pc:spChg chg="add del mod">
            <ac:chgData name="Christina Triantafillis" userId="4aecc5f4-7143-4b46-b8b6-f9cd3163dfab" providerId="ADAL" clId="{98F04E9E-6093-5F2D-A502-3311D62928B5}" dt="2026-09-03T16:40:45.961" v="11" actId="478"/>
            <ac:spMkLst>
              <pc:docMk/>
              <pc:sldMasterMk cId="1538848823" sldId="2147483655"/>
              <pc:sldLayoutMk cId="767793927" sldId="2147483656"/>
              <ac:spMk id="19" creationId="{3CDB554C-48E5-C00D-0551-6082EF13EBC5}"/>
            </ac:spMkLst>
          </pc:spChg>
        </pc:sldLayoutChg>
      </pc:sldMasterChg>
      <pc:sldMasterChg chg="modSldLayout">
        <pc:chgData name="Christina Triantafillis" userId="4aecc5f4-7143-4b46-b8b6-f9cd3163dfab" providerId="ADAL" clId="{98F04E9E-6093-5F2D-A502-3311D62928B5}" dt="2026-08-27T15:45:50.063" v="0"/>
        <pc:sldMasterMkLst>
          <pc:docMk/>
          <pc:sldMasterMk cId="871109327" sldId="2147483657"/>
        </pc:sldMasterMkLst>
        <pc:sldLayoutChg chg="modSp">
          <pc:chgData name="Christina Triantafillis" userId="4aecc5f4-7143-4b46-b8b6-f9cd3163dfab" providerId="ADAL" clId="{98F04E9E-6093-5F2D-A502-3311D62928B5}" dt="2026-08-27T15:45:50.063" v="0"/>
          <pc:sldLayoutMkLst>
            <pc:docMk/>
            <pc:sldMasterMk cId="871109327" sldId="2147483657"/>
            <pc:sldLayoutMk cId="4189844640" sldId="2147483658"/>
          </pc:sldLayoutMkLst>
          <pc:spChg chg="mod">
            <ac:chgData name="Christina Triantafillis" userId="4aecc5f4-7143-4b46-b8b6-f9cd3163dfab" providerId="ADAL" clId="{98F04E9E-6093-5F2D-A502-3311D62928B5}" dt="2026-08-27T15:45:50.063" v="0"/>
            <ac:spMkLst>
              <pc:docMk/>
              <pc:sldMasterMk cId="871109327" sldId="2147483657"/>
              <pc:sldLayoutMk cId="4189844640" sldId="2147483658"/>
              <ac:spMk id="4" creationId="{E8F71126-5A81-E6CD-0FE2-1F080076F54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BCC614-334D-414D-96E6-28F1CE6C8FF4}" type="datetimeFigureOut">
              <a:rPr lang="en-US" smtClean="0"/>
              <a:t>9/3/26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B8004-043D-4D47-80C8-9413B3878531}" type="slidenum">
              <a:rPr lang="en-US" smtClean="0"/>
              <a:t>‹#›</a:t>
            </a:fld>
            <a:endParaRPr lang="en-US"/>
          </a:p>
        </p:txBody>
      </p:sp>
    </p:spTree>
    <p:extLst>
      <p:ext uri="{BB962C8B-B14F-4D97-AF65-F5344CB8AC3E}">
        <p14:creationId xmlns:p14="http://schemas.microsoft.com/office/powerpoint/2010/main" val="3722066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S PGothic" pitchFamily="34" charset="-128"/>
                <a:cs typeface="ＭＳ Ｐゴシック" charset="0"/>
              </a:rPr>
              <a:t>Expand and Reduce Sentences </a:t>
            </a:r>
          </a:p>
          <a:p>
            <a:r>
              <a:rPr lang="en-US" sz="1200" kern="1200" dirty="0">
                <a:solidFill>
                  <a:schemeClr val="tx1"/>
                </a:solidFill>
                <a:effectLst/>
                <a:latin typeface="+mn-lt"/>
                <a:ea typeface="MS PGothic" pitchFamily="34" charset="-128"/>
                <a:cs typeface="ＭＳ Ｐゴシック" charset="0"/>
              </a:rPr>
              <a:t> </a:t>
            </a:r>
          </a:p>
          <a:p>
            <a:r>
              <a:rPr lang="en-US" sz="1200" b="1" i="1" kern="1200" dirty="0">
                <a:solidFill>
                  <a:schemeClr val="tx1"/>
                </a:solidFill>
                <a:effectLst/>
                <a:latin typeface="+mn-lt"/>
                <a:ea typeface="MS PGothic" pitchFamily="34" charset="-128"/>
                <a:cs typeface="ＭＳ Ｐゴシック" charset="0"/>
              </a:rPr>
              <a:t>Writers expand sentences to add important details that help readers better understand what is happening.</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Read aloud the definition of expanding sentences.</a:t>
            </a:r>
          </a:p>
          <a:p>
            <a:r>
              <a:rPr lang="en-US" sz="1200" b="1" i="1" kern="1200" dirty="0">
                <a:solidFill>
                  <a:schemeClr val="tx1"/>
                </a:solidFill>
                <a:effectLst/>
                <a:latin typeface="+mn-lt"/>
                <a:ea typeface="MS PGothic" pitchFamily="34" charset="-128"/>
                <a:cs typeface="ＭＳ Ｐゴシック" charset="0"/>
              </a:rPr>
              <a:t>When expanding a sentence, writers think carefully about which details will help the reader clearly picture the idea. </a:t>
            </a:r>
            <a:endParaRPr lang="en-US" sz="1200" b="1" kern="1200" dirty="0">
              <a:solidFill>
                <a:schemeClr val="tx1"/>
              </a:solidFill>
              <a:effectLst/>
              <a:latin typeface="+mn-lt"/>
              <a:ea typeface="MS PGothic" pitchFamily="34" charset="-128"/>
              <a:cs typeface="ＭＳ Ｐゴシック" charset="0"/>
            </a:endParaRPr>
          </a:p>
          <a:p>
            <a:r>
              <a:rPr lang="en-US" sz="1200" b="1" i="1" kern="1200" dirty="0">
                <a:solidFill>
                  <a:schemeClr val="tx1"/>
                </a:solidFill>
                <a:effectLst/>
                <a:latin typeface="+mn-lt"/>
                <a:ea typeface="MS PGothic" pitchFamily="34" charset="-128"/>
                <a:cs typeface="ＭＳ Ｐゴシック" charset="0"/>
              </a:rPr>
              <a:t>One way to do this is by asking: Who? What? Where? When? Why? How?</a:t>
            </a:r>
            <a:endParaRPr lang="en-US" sz="1200" b="1" kern="1200" dirty="0">
              <a:solidFill>
                <a:schemeClr val="tx1"/>
              </a:solidFill>
              <a:effectLst/>
              <a:latin typeface="+mn-lt"/>
              <a:ea typeface="MS PGothic" pitchFamily="34" charset="-128"/>
              <a:cs typeface="ＭＳ Ｐゴシック" charset="0"/>
            </a:endParaRPr>
          </a:p>
          <a:p>
            <a:r>
              <a:rPr lang="en-US" sz="1200" b="1" i="1" kern="1200" dirty="0">
                <a:solidFill>
                  <a:schemeClr val="tx1"/>
                </a:solidFill>
                <a:effectLst/>
                <a:latin typeface="+mn-lt"/>
                <a:ea typeface="MS PGothic" pitchFamily="34" charset="-128"/>
                <a:cs typeface="ＭＳ Ｐゴシック" charset="0"/>
              </a:rPr>
              <a:t>These questions help writers decide what details to add.</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Read aloud the sample sentence and the expanded sentence, then ask:</a:t>
            </a:r>
          </a:p>
          <a:p>
            <a:r>
              <a:rPr lang="en-US" sz="1200" b="1" i="1" kern="1200" dirty="0">
                <a:solidFill>
                  <a:schemeClr val="tx1"/>
                </a:solidFill>
                <a:effectLst/>
                <a:latin typeface="+mn-lt"/>
                <a:ea typeface="MS PGothic"/>
              </a:rPr>
              <a:t>What </a:t>
            </a:r>
            <a:r>
              <a:rPr lang="en-US" b="1" i="1" dirty="0">
                <a:ea typeface="MS PGothic"/>
              </a:rPr>
              <a:t>questions</a:t>
            </a:r>
            <a:r>
              <a:rPr lang="en-US" sz="1200" b="1" i="1" kern="1200" dirty="0">
                <a:solidFill>
                  <a:schemeClr val="tx1"/>
                </a:solidFill>
                <a:effectLst/>
                <a:latin typeface="+mn-lt"/>
                <a:ea typeface="MS PGothic"/>
              </a:rPr>
              <a:t> did the expanded version answer? </a:t>
            </a:r>
            <a:r>
              <a:rPr lang="en-US" sz="1200" kern="1200" dirty="0">
                <a:solidFill>
                  <a:schemeClr val="tx1"/>
                </a:solidFill>
                <a:effectLst/>
                <a:latin typeface="+mn-lt"/>
                <a:ea typeface="MS PGothic"/>
              </a:rPr>
              <a:t>(Sample responses: How: “carefully and expertly”; Who: “had on a white apron and held shiny knives”)</a:t>
            </a:r>
          </a:p>
          <a:p>
            <a:r>
              <a:rPr lang="en-US" sz="1200" b="1" i="1" kern="1200" dirty="0">
                <a:solidFill>
                  <a:schemeClr val="tx1"/>
                </a:solidFill>
                <a:effectLst/>
                <a:latin typeface="+mn-lt"/>
                <a:ea typeface="MS PGothic" pitchFamily="34" charset="-128"/>
                <a:cs typeface="ＭＳ Ｐゴシック" charset="0"/>
              </a:rPr>
              <a:t>How did expanding this sentence improve it? </a:t>
            </a:r>
            <a:r>
              <a:rPr lang="en-US" sz="1200" kern="1200" dirty="0">
                <a:solidFill>
                  <a:schemeClr val="tx1"/>
                </a:solidFill>
                <a:effectLst/>
                <a:latin typeface="+mn-lt"/>
                <a:ea typeface="MS PGothic" pitchFamily="34" charset="-128"/>
                <a:cs typeface="ＭＳ Ｐゴシック" charset="0"/>
              </a:rPr>
              <a:t>(Sample responses: It’s more descriptive; I can visualize this cook and imagine the counter.)</a:t>
            </a:r>
          </a:p>
          <a:p>
            <a:endParaRPr lang="en-US" dirty="0"/>
          </a:p>
          <a:p>
            <a:endParaRPr lang="en-US" dirty="0"/>
          </a:p>
        </p:txBody>
      </p:sp>
      <p:sp>
        <p:nvSpPr>
          <p:cNvPr id="4" name="Slide Number Placeholder 3"/>
          <p:cNvSpPr>
            <a:spLocks noGrp="1"/>
          </p:cNvSpPr>
          <p:nvPr>
            <p:ph type="sldNum" sz="quarter" idx="5"/>
          </p:nvPr>
        </p:nvSpPr>
        <p:spPr/>
        <p:txBody>
          <a:bodyPr/>
          <a:lstStyle/>
          <a:p>
            <a:fld id="{535B8004-043D-4D47-80C8-9413B3878531}" type="slidenum">
              <a:rPr lang="en-US" smtClean="0"/>
              <a:t>2</a:t>
            </a:fld>
            <a:endParaRPr lang="en-US"/>
          </a:p>
        </p:txBody>
      </p:sp>
    </p:spTree>
    <p:extLst>
      <p:ext uri="{BB962C8B-B14F-4D97-AF65-F5344CB8AC3E}">
        <p14:creationId xmlns:p14="http://schemas.microsoft.com/office/powerpoint/2010/main" val="1681218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S PGothic"/>
              </a:rPr>
              <a:t>Expand and Reduce Sentences</a:t>
            </a:r>
          </a:p>
          <a:p>
            <a:endParaRPr lang="en-US" sz="1200" kern="1200" dirty="0">
              <a:solidFill>
                <a:schemeClr val="tx1"/>
              </a:solidFill>
              <a:effectLst/>
              <a:latin typeface="+mn-lt"/>
              <a:ea typeface="MS PGothic"/>
            </a:endParaRPr>
          </a:p>
          <a:p>
            <a:r>
              <a:rPr lang="en-US" sz="1200" b="1" i="1" kern="1200" dirty="0">
                <a:solidFill>
                  <a:schemeClr val="tx1"/>
                </a:solidFill>
                <a:effectLst/>
                <a:latin typeface="+mn-lt"/>
                <a:ea typeface="MS PGothic" pitchFamily="34" charset="-128"/>
                <a:cs typeface="ＭＳ Ｐゴシック" charset="0"/>
              </a:rPr>
              <a:t>Now, it is your turn to expand a sentence. Use the Turn and Talk Protocol to discuss what additional details would help a reader better understand this sentence. Choose at least two of the questions, Who? What? Where? When? Why? or How? to help you expand it. Then, write your expanded sentence on the lines provided.</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Have students expand this sentence: “Then, she began to cook.”</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Call on several students to share their expanded sentences. As each sentence is shared, have the class identify which questions the writer answered by adding details. Invite the writer to explain why they chose those details.</a:t>
            </a:r>
          </a:p>
          <a:p>
            <a:endParaRPr lang="en-US" dirty="0"/>
          </a:p>
          <a:p>
            <a:endParaRPr lang="en-US" dirty="0"/>
          </a:p>
        </p:txBody>
      </p:sp>
      <p:sp>
        <p:nvSpPr>
          <p:cNvPr id="4" name="Slide Number Placeholder 3"/>
          <p:cNvSpPr>
            <a:spLocks noGrp="1"/>
          </p:cNvSpPr>
          <p:nvPr>
            <p:ph type="sldNum" sz="quarter" idx="5"/>
          </p:nvPr>
        </p:nvSpPr>
        <p:spPr/>
        <p:txBody>
          <a:bodyPr/>
          <a:lstStyle/>
          <a:p>
            <a:fld id="{535B8004-043D-4D47-80C8-9413B3878531}" type="slidenum">
              <a:rPr lang="en-US" smtClean="0"/>
              <a:t>3</a:t>
            </a:fld>
            <a:endParaRPr lang="en-US"/>
          </a:p>
        </p:txBody>
      </p:sp>
    </p:spTree>
    <p:extLst>
      <p:ext uri="{BB962C8B-B14F-4D97-AF65-F5344CB8AC3E}">
        <p14:creationId xmlns:p14="http://schemas.microsoft.com/office/powerpoint/2010/main" val="272570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MS PGothic"/>
              </a:rPr>
              <a:t>Expand and Reduce Sentences (ANIMATED SLIDE)</a:t>
            </a:r>
          </a:p>
          <a:p>
            <a:pPr>
              <a:defRPr/>
            </a:pPr>
            <a:endParaRPr lang="en-US" dirty="0">
              <a:ea typeface="MS PGothic"/>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Display and direct students to the Reduce section of the page.</a:t>
            </a:r>
          </a:p>
          <a:p>
            <a:r>
              <a:rPr lang="en-US" sz="1200" b="1" i="1" kern="1200" dirty="0">
                <a:solidFill>
                  <a:schemeClr val="tx1"/>
                </a:solidFill>
                <a:effectLst/>
                <a:latin typeface="+mn-lt"/>
                <a:ea typeface="MS PGothic" pitchFamily="34" charset="-128"/>
                <a:cs typeface="ＭＳ Ｐゴシック" charset="0"/>
              </a:rPr>
              <a:t>Writers reduce sentences to make their ideas clearer and more concise.</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Read aloud the definition of reducing sentences.</a:t>
            </a:r>
          </a:p>
          <a:p>
            <a:r>
              <a:rPr lang="en-US" sz="1200" b="1" i="1" kern="1200" dirty="0">
                <a:solidFill>
                  <a:schemeClr val="tx1"/>
                </a:solidFill>
                <a:effectLst/>
                <a:latin typeface="+mn-lt"/>
                <a:ea typeface="MS PGothic" pitchFamily="34" charset="-128"/>
                <a:cs typeface="ＭＳ Ｐゴシック" charset="0"/>
              </a:rPr>
              <a:t>When reducing a sentence, writers remove unnecessary words or details, so the most important idea is clear.</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Read aloud the example sentence and the reduced sentence.</a:t>
            </a:r>
          </a:p>
          <a:p>
            <a:r>
              <a:rPr lang="en-US" sz="1200" b="1" i="1" kern="1200" dirty="0">
                <a:solidFill>
                  <a:schemeClr val="tx1"/>
                </a:solidFill>
                <a:effectLst/>
                <a:latin typeface="+mn-lt"/>
                <a:ea typeface="MS PGothic" pitchFamily="34" charset="-128"/>
                <a:cs typeface="ＭＳ Ｐゴシック" charset="0"/>
              </a:rPr>
              <a:t>What part of the sentence was removed? </a:t>
            </a:r>
            <a:r>
              <a:rPr lang="en-US" sz="1200" kern="1200" dirty="0">
                <a:solidFill>
                  <a:schemeClr val="tx1"/>
                </a:solidFill>
                <a:effectLst/>
                <a:latin typeface="+mn-lt"/>
                <a:ea typeface="MS PGothic" pitchFamily="34" charset="-128"/>
                <a:cs typeface="ＭＳ Ｐゴシック" charset="0"/>
              </a:rPr>
              <a:t>(Where?; on the counter) </a:t>
            </a:r>
          </a:p>
          <a:p>
            <a:r>
              <a:rPr lang="en-US" sz="1200" b="1" i="1" kern="1200" dirty="0">
                <a:solidFill>
                  <a:schemeClr val="tx1"/>
                </a:solidFill>
                <a:effectLst/>
                <a:latin typeface="+mn-lt"/>
                <a:ea typeface="MS PGothic"/>
              </a:rPr>
              <a:t>How did reducing the sentence improve the writing?</a:t>
            </a:r>
            <a:r>
              <a:rPr lang="en-US" sz="1200" b="1" kern="1200" dirty="0">
                <a:solidFill>
                  <a:schemeClr val="tx1"/>
                </a:solidFill>
                <a:effectLst/>
                <a:latin typeface="+mn-lt"/>
                <a:ea typeface="MS PGothic"/>
              </a:rPr>
              <a:t> </a:t>
            </a:r>
            <a:r>
              <a:rPr lang="en-US" sz="1200" kern="1200" dirty="0">
                <a:solidFill>
                  <a:schemeClr val="tx1"/>
                </a:solidFill>
                <a:effectLst/>
                <a:latin typeface="+mn-lt"/>
                <a:ea typeface="MS PGothic"/>
              </a:rPr>
              <a:t>(Sample responses: It is easier to </a:t>
            </a:r>
            <a:r>
              <a:rPr lang="en-US" dirty="0">
                <a:ea typeface="MS PGothic"/>
              </a:rPr>
              <a:t>understand</a:t>
            </a:r>
            <a:r>
              <a:rPr lang="en-US" sz="1200" kern="1200" dirty="0">
                <a:solidFill>
                  <a:schemeClr val="tx1"/>
                </a:solidFill>
                <a:effectLst/>
                <a:latin typeface="+mn-lt"/>
                <a:ea typeface="MS PGothic"/>
              </a:rPr>
              <a:t>; it focuses on the most important idea.)</a:t>
            </a:r>
          </a:p>
          <a:p>
            <a:r>
              <a:rPr lang="en-US" sz="1200" b="1" i="1" kern="1200" dirty="0">
                <a:solidFill>
                  <a:schemeClr val="tx1"/>
                </a:solidFill>
                <a:effectLst/>
                <a:latin typeface="+mn-lt"/>
                <a:ea typeface="MS PGothic" pitchFamily="34" charset="-128"/>
                <a:cs typeface="ＭＳ Ｐゴシック" charset="0"/>
              </a:rPr>
              <a:t>Writers decide which details are necessary and which details can be removed without changing the main idea.</a:t>
            </a:r>
            <a:endParaRPr lang="en-US" sz="1200" b="1" kern="1200" dirty="0">
              <a:solidFill>
                <a:schemeClr val="tx1"/>
              </a:solidFill>
              <a:effectLst/>
              <a:latin typeface="+mn-lt"/>
              <a:ea typeface="MS PGothic" pitchFamily="34" charset="-128"/>
              <a:cs typeface="ＭＳ Ｐゴシック" charset="0"/>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35B8004-043D-4D47-80C8-9413B3878531}" type="slidenum">
              <a:rPr lang="en-US" smtClean="0"/>
              <a:t>4</a:t>
            </a:fld>
            <a:endParaRPr lang="en-US"/>
          </a:p>
        </p:txBody>
      </p:sp>
    </p:spTree>
    <p:extLst>
      <p:ext uri="{BB962C8B-B14F-4D97-AF65-F5344CB8AC3E}">
        <p14:creationId xmlns:p14="http://schemas.microsoft.com/office/powerpoint/2010/main" val="19472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MS PGothic"/>
              </a:rPr>
              <a:t>Expand and Reduce Sentences</a:t>
            </a:r>
          </a:p>
          <a:p>
            <a:pPr>
              <a:defRPr/>
            </a:pPr>
            <a:endParaRPr lang="en-US" dirty="0">
              <a:ea typeface="MS PGothic"/>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Direct students to use the Turn and Talk Protocol to discuss how to reduce a sentence.</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Display and read the sentence: </a:t>
            </a:r>
            <a:r>
              <a:rPr lang="en-US" sz="1200" b="1" i="1" kern="1200" dirty="0">
                <a:solidFill>
                  <a:schemeClr val="tx1"/>
                </a:solidFill>
                <a:effectLst/>
                <a:latin typeface="+mn-lt"/>
                <a:ea typeface="MS PGothic" pitchFamily="34" charset="-128"/>
                <a:cs typeface="ＭＳ Ｐゴシック" charset="0"/>
              </a:rPr>
              <a:t>The cook lifted the lid on the pot of water to check to see if it was boiling yet.</a:t>
            </a:r>
            <a:endParaRPr lang="en-US" sz="1200" b="1"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Release students to discuss with their partner how to reduce the sentence. Have students write a reduced version of the sentence.</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Allow 2 minutes for students to write.</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Call on 3–4 students to share their reduced sentences.</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Confirm that students understand that reducing sentences helps writers communicate ideas clearly by focusing on the most important information.</a:t>
            </a:r>
          </a:p>
          <a:p>
            <a:r>
              <a:rPr lang="en-US" dirty="0">
                <a:ea typeface="MS PGothic"/>
              </a:rPr>
              <a:t>__________________________________________________</a:t>
            </a:r>
          </a:p>
          <a:p>
            <a:endParaRPr lang="en-US" dirty="0">
              <a:ea typeface="MS PGothic"/>
            </a:endParaRPr>
          </a:p>
          <a:p>
            <a:r>
              <a:rPr lang="en-US" b="1" dirty="0">
                <a:ea typeface="MS PGothic"/>
              </a:rPr>
              <a:t>EXTEND </a:t>
            </a:r>
            <a:r>
              <a:rPr lang="en-US" dirty="0">
                <a:ea typeface="MS PGothic"/>
              </a:rPr>
              <a:t>Build Sentence Fluency by directing students to expand or reduce their sentences.</a:t>
            </a:r>
          </a:p>
          <a:p>
            <a:endParaRPr lang="en-US" dirty="0"/>
          </a:p>
          <a:p>
            <a:r>
              <a:rPr lang="en-US" sz="1200" kern="1200" dirty="0">
                <a:solidFill>
                  <a:schemeClr val="tx1"/>
                </a:solidFill>
                <a:effectLst/>
                <a:latin typeface="+mn-lt"/>
                <a:ea typeface="MS PGothic" pitchFamily="34" charset="-128"/>
                <a:cs typeface="ＭＳ Ｐゴシック" charset="0"/>
              </a:rPr>
              <a:t>Challenge students to write two simple sentences. </a:t>
            </a:r>
          </a:p>
          <a:p>
            <a:r>
              <a:rPr lang="en-US" sz="1200" kern="1200" dirty="0">
                <a:solidFill>
                  <a:schemeClr val="tx1"/>
                </a:solidFill>
                <a:effectLst/>
                <a:latin typeface="+mn-lt"/>
                <a:ea typeface="MS PGothic" pitchFamily="34" charset="-128"/>
                <a:cs typeface="ＭＳ Ｐゴシック" charset="0"/>
              </a:rPr>
              <a:t>Then, direct students to expand or reduce their sentences based on a specific audience or purpose. </a:t>
            </a:r>
          </a:p>
          <a:p>
            <a:r>
              <a:rPr lang="en-US" sz="1200" kern="1200" dirty="0">
                <a:solidFill>
                  <a:schemeClr val="tx1"/>
                </a:solidFill>
                <a:effectLst/>
                <a:latin typeface="+mn-lt"/>
                <a:ea typeface="MS PGothic" pitchFamily="34" charset="-128"/>
                <a:cs typeface="ＭＳ Ｐゴシック" charset="0"/>
              </a:rPr>
              <a:t>For example:</a:t>
            </a:r>
          </a:p>
          <a:p>
            <a:pPr marL="171450" indent="-171450">
              <a:buFont typeface="Arial" panose="020B0604020202020204" pitchFamily="34" charset="0"/>
              <a:buChar char="•"/>
            </a:pPr>
            <a:r>
              <a:rPr lang="en-US" sz="1200" b="1" i="1" kern="1200" dirty="0">
                <a:solidFill>
                  <a:schemeClr val="tx1"/>
                </a:solidFill>
                <a:effectLst/>
                <a:latin typeface="+mn-lt"/>
                <a:ea typeface="MS PGothic" pitchFamily="34" charset="-128"/>
                <a:cs typeface="ＭＳ Ｐゴシック" charset="0"/>
              </a:rPr>
              <a:t>Expand this sentence to make it more persuasive.</a:t>
            </a:r>
            <a:endParaRPr lang="en-US" sz="1200" b="1" kern="1200" dirty="0">
              <a:solidFill>
                <a:schemeClr val="tx1"/>
              </a:solidFill>
              <a:effectLst/>
              <a:latin typeface="+mn-lt"/>
              <a:ea typeface="MS PGothic" pitchFamily="34" charset="-128"/>
              <a:cs typeface="ＭＳ Ｐゴシック" charset="0"/>
            </a:endParaRPr>
          </a:p>
          <a:p>
            <a:r>
              <a:rPr lang="en-US" sz="1200" kern="1200" dirty="0">
                <a:solidFill>
                  <a:schemeClr val="tx1"/>
                </a:solidFill>
                <a:effectLst/>
                <a:latin typeface="+mn-lt"/>
                <a:ea typeface="MS PGothic" pitchFamily="34" charset="-128"/>
                <a:cs typeface="ＭＳ Ｐゴシック" charset="0"/>
              </a:rPr>
              <a:t>Or </a:t>
            </a:r>
          </a:p>
          <a:p>
            <a:pPr marL="171450" indent="-171450">
              <a:buFont typeface="Arial" panose="020B0604020202020204" pitchFamily="34" charset="0"/>
              <a:buChar char="•"/>
            </a:pPr>
            <a:r>
              <a:rPr lang="en-US" sz="1200" b="1" i="1" kern="1200" dirty="0">
                <a:solidFill>
                  <a:schemeClr val="tx1"/>
                </a:solidFill>
                <a:effectLst/>
                <a:latin typeface="+mn-lt"/>
                <a:ea typeface="MS PGothic" pitchFamily="34" charset="-128"/>
                <a:cs typeface="ＭＳ Ｐゴシック" charset="0"/>
              </a:rPr>
              <a:t>Reduce this sentence and make it an opinion.</a:t>
            </a:r>
            <a:endParaRPr lang="en-US" sz="1200" b="1" kern="1200" dirty="0">
              <a:solidFill>
                <a:schemeClr val="tx1"/>
              </a:solidFill>
              <a:effectLst/>
              <a:latin typeface="+mn-lt"/>
              <a:ea typeface="MS PGothic" pitchFamily="34" charset="-128"/>
              <a:cs typeface="ＭＳ Ｐゴシック" charset="0"/>
            </a:endParaRPr>
          </a:p>
          <a:p>
            <a:r>
              <a:rPr lang="en-US" sz="1200" kern="1200" dirty="0">
                <a:solidFill>
                  <a:schemeClr val="tx1"/>
                </a:solidFill>
                <a:effectLst/>
                <a:latin typeface="+mn-lt"/>
                <a:ea typeface="MS PGothic" pitchFamily="34" charset="-128"/>
                <a:cs typeface="ＭＳ Ｐゴシック" charset="0"/>
              </a:rPr>
              <a:t>By expanding or reducing sentences with a specific intent, students practice analyzing tone, clarity, and word choice, which enhances their ability to write purposefully and flexibly across various contexts.</a:t>
            </a:r>
          </a:p>
          <a:p>
            <a:endParaRPr lang="en-US" dirty="0"/>
          </a:p>
          <a:p>
            <a:endParaRPr lang="en-US" dirty="0"/>
          </a:p>
        </p:txBody>
      </p:sp>
      <p:sp>
        <p:nvSpPr>
          <p:cNvPr id="4" name="Slide Number Placeholder 3"/>
          <p:cNvSpPr>
            <a:spLocks noGrp="1"/>
          </p:cNvSpPr>
          <p:nvPr>
            <p:ph type="sldNum" sz="quarter" idx="5"/>
          </p:nvPr>
        </p:nvSpPr>
        <p:spPr/>
        <p:txBody>
          <a:bodyPr/>
          <a:lstStyle/>
          <a:p>
            <a:fld id="{535B8004-043D-4D47-80C8-9413B3878531}" type="slidenum">
              <a:rPr lang="en-US" smtClean="0"/>
              <a:t>5</a:t>
            </a:fld>
            <a:endParaRPr lang="en-US"/>
          </a:p>
        </p:txBody>
      </p:sp>
    </p:spTree>
    <p:extLst>
      <p:ext uri="{BB962C8B-B14F-4D97-AF65-F5344CB8AC3E}">
        <p14:creationId xmlns:p14="http://schemas.microsoft.com/office/powerpoint/2010/main" val="3057244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2-5 Writing Opening Slide">
    <p:spTree>
      <p:nvGrpSpPr>
        <p:cNvPr id="1" name=""/>
        <p:cNvGrpSpPr/>
        <p:nvPr/>
      </p:nvGrpSpPr>
      <p:grpSpPr>
        <a:xfrm>
          <a:off x="0" y="0"/>
          <a:ext cx="0" cy="0"/>
          <a:chOff x="0" y="0"/>
          <a:chExt cx="0" cy="0"/>
        </a:xfrm>
      </p:grpSpPr>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643492" y="1833100"/>
            <a:ext cx="8000593" cy="570039"/>
          </a:xfrm>
          <a:prstGeom prst="rect">
            <a:avLst/>
          </a:prstGeom>
        </p:spPr>
        <p:txBody>
          <a:bodyPr lIns="0"/>
          <a:lstStyle>
            <a:lvl1pPr marL="0" indent="0">
              <a:buNone/>
              <a:defRPr sz="4400" b="1" i="0">
                <a:solidFill>
                  <a:srgbClr val="7EB9DC"/>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Lesson</a:t>
            </a:r>
          </a:p>
        </p:txBody>
      </p:sp>
      <p:sp>
        <p:nvSpPr>
          <p:cNvPr id="10" name="Text Placeholder 17">
            <a:extLst>
              <a:ext uri="{FF2B5EF4-FFF2-40B4-BE49-F238E27FC236}">
                <a16:creationId xmlns:a16="http://schemas.microsoft.com/office/drawing/2014/main" id="{09392C31-B614-0718-F47E-5C21F02A0A48}"/>
              </a:ext>
            </a:extLst>
          </p:cNvPr>
          <p:cNvSpPr>
            <a:spLocks noGrp="1"/>
          </p:cNvSpPr>
          <p:nvPr>
            <p:ph type="body" sz="quarter" idx="13" hasCustomPrompt="1"/>
          </p:nvPr>
        </p:nvSpPr>
        <p:spPr>
          <a:xfrm>
            <a:off x="2623171" y="2575560"/>
            <a:ext cx="8041403" cy="1772920"/>
          </a:xfrm>
          <a:prstGeom prst="rect">
            <a:avLst/>
          </a:prstGeom>
        </p:spPr>
        <p:txBody>
          <a:bodyPr lIns="0"/>
          <a:lstStyle>
            <a:lvl1pPr marL="0" indent="0">
              <a:buNone/>
              <a:defRPr sz="5400" b="1" i="0">
                <a:latin typeface="Verdana" panose="020B0604030504040204" pitchFamily="34" charset="0"/>
                <a:ea typeface="Verdana" panose="020B0604030504040204" pitchFamily="34" charset="0"/>
                <a:cs typeface="Verdana" panose="020B0604030504040204" pitchFamily="34" charset="0"/>
              </a:defRPr>
            </a:lvl1pPr>
          </a:lstStyle>
          <a:p>
            <a:r>
              <a:rPr lang="en-US"/>
              <a:t>Title</a:t>
            </a:r>
          </a:p>
        </p:txBody>
      </p:sp>
    </p:spTree>
    <p:extLst>
      <p:ext uri="{BB962C8B-B14F-4D97-AF65-F5344CB8AC3E}">
        <p14:creationId xmlns:p14="http://schemas.microsoft.com/office/powerpoint/2010/main" val="7677939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sson Outcomes 2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43966" y="1780927"/>
            <a:ext cx="7252880" cy="4449484"/>
          </a:xfrm>
          <a:prstGeom prst="rect">
            <a:avLst/>
          </a:prstGeom>
        </p:spPr>
        <p:txBody>
          <a:bodyPr lIns="0" tIns="0"/>
          <a:lstStyle>
            <a:lvl1pPr marL="374904" marR="0" indent="-374904" algn="l" defTabSz="457189" rtl="0" eaLnBrk="1" fontAlgn="base" latinLnBrk="0" hangingPunct="1">
              <a:lnSpc>
                <a:spcPct val="100000"/>
              </a:lnSpc>
              <a:spcBef>
                <a:spcPts val="0"/>
              </a:spcBef>
              <a:spcAft>
                <a:spcPts val="1800"/>
              </a:spcAft>
              <a:buClr>
                <a:srgbClr val="99CA3D"/>
              </a:buClr>
              <a:buSzPct val="150000"/>
              <a:buFont typeface="Wingdings" pitchFamily="2" charset="2"/>
              <a:buChar char="ü"/>
              <a:tabLst/>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Enter text here enter text here enter text here enter text here</a:t>
            </a:r>
          </a:p>
          <a:p>
            <a:pPr lvl="0"/>
            <a:r>
              <a:rPr lang="en-US" dirty="0"/>
              <a:t>Enter text here enter text here enter text here enter text here</a:t>
            </a:r>
          </a:p>
          <a:p>
            <a:pPr lvl="0"/>
            <a:r>
              <a:rPr lang="en-US" dirty="0"/>
              <a:t>Enter text here enter text here enter text here enter text here</a:t>
            </a:r>
          </a:p>
          <a:p>
            <a:pPr lvl="0"/>
            <a:r>
              <a:rPr lang="en-US" dirty="0"/>
              <a:t>Enter text here enter text here enter text here enter text here</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22463"/>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dirty="0"/>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pic>
        <p:nvPicPr>
          <p:cNvPr id="2" name="Picture 1">
            <a:extLst>
              <a:ext uri="{FF2B5EF4-FFF2-40B4-BE49-F238E27FC236}">
                <a16:creationId xmlns:a16="http://schemas.microsoft.com/office/drawing/2014/main" id="{6B93AE32-7810-4146-2EDC-06C5809F627C}"/>
              </a:ext>
            </a:extLst>
          </p:cNvPr>
          <p:cNvPicPr>
            <a:picLocks noChangeAspect="1"/>
          </p:cNvPicPr>
          <p:nvPr userDrawn="1"/>
        </p:nvPicPr>
        <p:blipFill>
          <a:blip r:embed="rId2"/>
          <a:srcRect/>
          <a:stretch/>
        </p:blipFill>
        <p:spPr>
          <a:xfrm rot="21058938">
            <a:off x="8836940" y="295604"/>
            <a:ext cx="4026098" cy="4653997"/>
          </a:xfrm>
          <a:prstGeom prst="rect">
            <a:avLst/>
          </a:prstGeom>
        </p:spPr>
      </p:pic>
      <p:sp>
        <p:nvSpPr>
          <p:cNvPr id="4" name="Text Placeholder 11">
            <a:extLst>
              <a:ext uri="{FF2B5EF4-FFF2-40B4-BE49-F238E27FC236}">
                <a16:creationId xmlns:a16="http://schemas.microsoft.com/office/drawing/2014/main" id="{E8F71126-5A81-E6CD-0FE2-1F080076F54A}"/>
              </a:ext>
            </a:extLst>
          </p:cNvPr>
          <p:cNvSpPr txBox="1">
            <a:spLocks/>
          </p:cNvSpPr>
          <p:nvPr userDrawn="1"/>
        </p:nvSpPr>
        <p:spPr>
          <a:xfrm>
            <a:off x="9864155" y="1763742"/>
            <a:ext cx="2327845" cy="1549592"/>
          </a:xfrm>
          <a:prstGeom prst="rect">
            <a:avLst/>
          </a:prstGeom>
        </p:spPr>
        <p:txBody>
          <a:bodyPr/>
          <a:lst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175" indent="0">
              <a:spcBef>
                <a:spcPts val="1600"/>
              </a:spcBef>
              <a:buNone/>
            </a:pPr>
            <a: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Did you meet </a:t>
            </a:r>
            <a:b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your Learning </a:t>
            </a:r>
            <a:r>
              <a:rPr lang="en-US" sz="1800" kern="1200" dirty="0" err="1">
                <a:solidFill>
                  <a:schemeClr val="tx1"/>
                </a:solidFill>
                <a:latin typeface="Verdana" panose="020B0604030504040204" pitchFamily="34" charset="0"/>
                <a:ea typeface="Verdana" panose="020B0604030504040204" pitchFamily="34" charset="0"/>
                <a:cs typeface="Verdana" panose="020B0604030504040204" pitchFamily="34" charset="0"/>
              </a:rPr>
              <a:t>Outcomess</a:t>
            </a:r>
            <a: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 today? </a:t>
            </a:r>
          </a:p>
          <a:p>
            <a:pPr marL="3175" indent="0">
              <a:spcBef>
                <a:spcPts val="1600"/>
              </a:spcBef>
              <a:buNone/>
            </a:pPr>
            <a: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How do you </a:t>
            </a:r>
            <a:b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know?</a:t>
            </a:r>
          </a:p>
        </p:txBody>
      </p:sp>
      <p:sp>
        <p:nvSpPr>
          <p:cNvPr id="7" name="Title 14">
            <a:extLst>
              <a:ext uri="{FF2B5EF4-FFF2-40B4-BE49-F238E27FC236}">
                <a16:creationId xmlns:a16="http://schemas.microsoft.com/office/drawing/2014/main" id="{58505E27-7250-229F-7129-7717EAAB09F6}"/>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Tree>
    <p:extLst>
      <p:ext uri="{BB962C8B-B14F-4D97-AF65-F5344CB8AC3E}">
        <p14:creationId xmlns:p14="http://schemas.microsoft.com/office/powerpoint/2010/main" val="4189844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 Outcomes 1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20467" y="1791201"/>
            <a:ext cx="7334491" cy="4449484"/>
          </a:xfrm>
          <a:prstGeom prst="rect">
            <a:avLst/>
          </a:prstGeom>
        </p:spPr>
        <p:txBody>
          <a:bodyPr lIns="0" tIns="0"/>
          <a:lstStyle>
            <a:lvl1pPr marL="525780" indent="-525780">
              <a:lnSpc>
                <a:spcPct val="100000"/>
              </a:lnSpc>
              <a:spcBef>
                <a:spcPts val="0"/>
              </a:spcBef>
              <a:spcAft>
                <a:spcPts val="1000"/>
              </a:spcAft>
              <a:buClr>
                <a:srgbClr val="7EB9DC"/>
              </a:buClr>
              <a:buSzPct val="150000"/>
              <a:buFont typeface=".Lucida Grande UI Regular"/>
              <a:buChar char="►"/>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Enter text enter text enter text enter text enter text enter text enter text</a:t>
            </a:r>
          </a:p>
          <a:p>
            <a:pPr lvl="0"/>
            <a:r>
              <a:rPr lang="en-US" dirty="0"/>
              <a:t>Enter text enter text enter text enter text enter text enter text enter text</a:t>
            </a:r>
          </a:p>
          <a:p>
            <a:pPr lvl="0"/>
            <a:r>
              <a:rPr lang="en-US" dirty="0"/>
              <a:t>Enter text enter text enter text enter text enter text enter text enter text</a:t>
            </a:r>
          </a:p>
          <a:p>
            <a:pPr lvl="0"/>
            <a:r>
              <a:rPr lang="en-US" dirty="0"/>
              <a:t>Enter text enter text enter text enter text enter text enter text enter text</a:t>
            </a:r>
          </a:p>
          <a:p>
            <a:pPr lvl="0"/>
            <a:r>
              <a:rPr lang="en-US" dirty="0"/>
              <a:t>Enter text enter text enter text enter text enter text enter text enter text</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32737"/>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dirty="0"/>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sp>
        <p:nvSpPr>
          <p:cNvPr id="4" name="Title 14">
            <a:extLst>
              <a:ext uri="{FF2B5EF4-FFF2-40B4-BE49-F238E27FC236}">
                <a16:creationId xmlns:a16="http://schemas.microsoft.com/office/drawing/2014/main" id="{11D59A75-78E7-3DEB-38AA-6C0E765BEC6C}"/>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Tree>
    <p:extLst>
      <p:ext uri="{BB962C8B-B14F-4D97-AF65-F5344CB8AC3E}">
        <p14:creationId xmlns:p14="http://schemas.microsoft.com/office/powerpoint/2010/main" val="45658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and 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1477935"/>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Body text. Font is </a:t>
            </a:r>
            <a:r>
              <a:rPr lang="en-US" dirty="0" err="1"/>
              <a:t>verdana</a:t>
            </a:r>
            <a:r>
              <a:rPr lang="en-US" dirty="0"/>
              <a:t> at 20 points. No more than 440 characters w/spaces.</a:t>
            </a:r>
          </a:p>
          <a:p>
            <a:pPr lvl="0"/>
            <a:r>
              <a:rPr lang="en-US" dirty="0"/>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a:t>
            </a:r>
          </a:p>
        </p:txBody>
      </p:sp>
      <p:sp>
        <p:nvSpPr>
          <p:cNvPr id="3" name="Text Placeholder 17">
            <a:extLst>
              <a:ext uri="{FF2B5EF4-FFF2-40B4-BE49-F238E27FC236}">
                <a16:creationId xmlns:a16="http://schemas.microsoft.com/office/drawing/2014/main" id="{C2317B0E-C30E-673F-2CBD-E49AF77937D3}"/>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6" name="Title 14">
            <a:extLst>
              <a:ext uri="{FF2B5EF4-FFF2-40B4-BE49-F238E27FC236}">
                <a16:creationId xmlns:a16="http://schemas.microsoft.com/office/drawing/2014/main" id="{497311C2-3BA3-9727-C896-E2908AE8A65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7" name="Text Placeholder 19">
            <a:extLst>
              <a:ext uri="{FF2B5EF4-FFF2-40B4-BE49-F238E27FC236}">
                <a16:creationId xmlns:a16="http://schemas.microsoft.com/office/drawing/2014/main" id="{7395C39F-312E-3023-51E8-507699D0B44B}"/>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8" name="Text Placeholder 3">
            <a:extLst>
              <a:ext uri="{FF2B5EF4-FFF2-40B4-BE49-F238E27FC236}">
                <a16:creationId xmlns:a16="http://schemas.microsoft.com/office/drawing/2014/main" id="{515E2454-B235-0178-A6B5-9B686BA9E058}"/>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9" name="Text Placeholder 3">
            <a:extLst>
              <a:ext uri="{FF2B5EF4-FFF2-40B4-BE49-F238E27FC236}">
                <a16:creationId xmlns:a16="http://schemas.microsoft.com/office/drawing/2014/main" id="{2453F05E-27EE-786A-EF74-F52A465CC33C}"/>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4" name="Text Placeholder 11">
            <a:extLst>
              <a:ext uri="{FF2B5EF4-FFF2-40B4-BE49-F238E27FC236}">
                <a16:creationId xmlns:a16="http://schemas.microsoft.com/office/drawing/2014/main" id="{0D7CBB68-3233-26BD-423B-6741CBB4E86E}"/>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2302813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871116"/>
            <a:ext cx="7153704" cy="5056303"/>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Body text. Font is Verdana at 20 points. No more than 440 characters w/spaces.</a:t>
            </a:r>
          </a:p>
          <a:p>
            <a:pPr lvl="0"/>
            <a:r>
              <a:rPr lang="en-US" dirty="0"/>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a:t>
            </a:r>
          </a:p>
        </p:txBody>
      </p:sp>
      <p:sp>
        <p:nvSpPr>
          <p:cNvPr id="4" name="Title 14">
            <a:extLst>
              <a:ext uri="{FF2B5EF4-FFF2-40B4-BE49-F238E27FC236}">
                <a16:creationId xmlns:a16="http://schemas.microsoft.com/office/drawing/2014/main" id="{EA1373A6-B005-1425-929C-3847B847F5B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5" name="Text Placeholder 19">
            <a:extLst>
              <a:ext uri="{FF2B5EF4-FFF2-40B4-BE49-F238E27FC236}">
                <a16:creationId xmlns:a16="http://schemas.microsoft.com/office/drawing/2014/main" id="{2D3C6F20-91BA-9E94-CAB3-B199EE717C8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6" name="Text Placeholder 3">
            <a:extLst>
              <a:ext uri="{FF2B5EF4-FFF2-40B4-BE49-F238E27FC236}">
                <a16:creationId xmlns:a16="http://schemas.microsoft.com/office/drawing/2014/main" id="{77D341ED-A593-9564-4549-5D9C86769709}"/>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9" name="Text Placeholder 3">
            <a:extLst>
              <a:ext uri="{FF2B5EF4-FFF2-40B4-BE49-F238E27FC236}">
                <a16:creationId xmlns:a16="http://schemas.microsoft.com/office/drawing/2014/main" id="{98730D8F-F580-7E01-3AC7-4A6822D7CE8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10" name="Text Placeholder 11">
            <a:extLst>
              <a:ext uri="{FF2B5EF4-FFF2-40B4-BE49-F238E27FC236}">
                <a16:creationId xmlns:a16="http://schemas.microsoft.com/office/drawing/2014/main" id="{7DA3AAA6-7673-EEF0-C2B4-3A0117FF5C2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245852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and Number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79553247-2731-1AEC-D2B8-C0D11CFF2D48}"/>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This is a Number list</a:t>
            </a:r>
          </a:p>
          <a:p>
            <a:pPr lvl="0"/>
            <a:r>
              <a:rPr lang="en-US" dirty="0"/>
              <a:t>Font is Verdana</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dirty="0"/>
              <a:t>Lorum ipsum Lorum ipsum Lorum ipsum Lorum ipsum Lorum ipsum Lorum ipsum</a:t>
            </a:r>
          </a:p>
        </p:txBody>
      </p:sp>
      <p:sp>
        <p:nvSpPr>
          <p:cNvPr id="11" name="Text Placeholder 17">
            <a:extLst>
              <a:ext uri="{FF2B5EF4-FFF2-40B4-BE49-F238E27FC236}">
                <a16:creationId xmlns:a16="http://schemas.microsoft.com/office/drawing/2014/main" id="{B13061D3-6CF4-55C7-8897-B00DB8878676}"/>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3" name="Title 14">
            <a:extLst>
              <a:ext uri="{FF2B5EF4-FFF2-40B4-BE49-F238E27FC236}">
                <a16:creationId xmlns:a16="http://schemas.microsoft.com/office/drawing/2014/main" id="{CB3FBA2A-12DF-0D77-41D7-923B0400C652}"/>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4" name="Text Placeholder 19">
            <a:extLst>
              <a:ext uri="{FF2B5EF4-FFF2-40B4-BE49-F238E27FC236}">
                <a16:creationId xmlns:a16="http://schemas.microsoft.com/office/drawing/2014/main" id="{E2861FAB-953A-FDD1-8090-65EE261837E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6" name="Text Placeholder 3">
            <a:extLst>
              <a:ext uri="{FF2B5EF4-FFF2-40B4-BE49-F238E27FC236}">
                <a16:creationId xmlns:a16="http://schemas.microsoft.com/office/drawing/2014/main" id="{4E751093-2C00-445C-8E8D-113C08992DE2}"/>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8" name="Text Placeholder 3">
            <a:extLst>
              <a:ext uri="{FF2B5EF4-FFF2-40B4-BE49-F238E27FC236}">
                <a16:creationId xmlns:a16="http://schemas.microsoft.com/office/drawing/2014/main" id="{03C6C1E9-2695-B5A1-8667-09A0E2E6068F}"/>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9" name="Text Placeholder 11">
            <a:extLst>
              <a:ext uri="{FF2B5EF4-FFF2-40B4-BE49-F238E27FC236}">
                <a16:creationId xmlns:a16="http://schemas.microsoft.com/office/drawing/2014/main" id="{634E6F14-1967-F598-067B-88F746E2E16D}"/>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404466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and Bulle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DC1F8A2D-CE15-0C61-42F3-1A4F836CEF40}"/>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This is a Number list</a:t>
            </a:r>
          </a:p>
          <a:p>
            <a:pPr lvl="0"/>
            <a:r>
              <a:rPr lang="en-US" dirty="0"/>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p:txBody>
      </p:sp>
      <p:sp>
        <p:nvSpPr>
          <p:cNvPr id="11" name="Text Placeholder 17">
            <a:extLst>
              <a:ext uri="{FF2B5EF4-FFF2-40B4-BE49-F238E27FC236}">
                <a16:creationId xmlns:a16="http://schemas.microsoft.com/office/drawing/2014/main" id="{280CE79D-B6BE-4DB6-4360-097A7A14B5FC}"/>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3" name="Title 14">
            <a:extLst>
              <a:ext uri="{FF2B5EF4-FFF2-40B4-BE49-F238E27FC236}">
                <a16:creationId xmlns:a16="http://schemas.microsoft.com/office/drawing/2014/main" id="{0215FCB0-98ED-38B3-CDF3-604C4DF19EA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4" name="Text Placeholder 19">
            <a:extLst>
              <a:ext uri="{FF2B5EF4-FFF2-40B4-BE49-F238E27FC236}">
                <a16:creationId xmlns:a16="http://schemas.microsoft.com/office/drawing/2014/main" id="{DFDAE69D-DEE0-AFE3-AA17-C5C55D9DEE81}"/>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6" name="Text Placeholder 3">
            <a:extLst>
              <a:ext uri="{FF2B5EF4-FFF2-40B4-BE49-F238E27FC236}">
                <a16:creationId xmlns:a16="http://schemas.microsoft.com/office/drawing/2014/main" id="{B4B8749E-65F4-57F3-A07A-F141E60159A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8" name="Text Placeholder 3">
            <a:extLst>
              <a:ext uri="{FF2B5EF4-FFF2-40B4-BE49-F238E27FC236}">
                <a16:creationId xmlns:a16="http://schemas.microsoft.com/office/drawing/2014/main" id="{B4486337-8E9A-1C97-7EFD-BE42D97FDEFA}"/>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9" name="Text Placeholder 11">
            <a:extLst>
              <a:ext uri="{FF2B5EF4-FFF2-40B4-BE49-F238E27FC236}">
                <a16:creationId xmlns:a16="http://schemas.microsoft.com/office/drawing/2014/main" id="{821804DB-C227-ECEC-ED0A-B3D1EC4E643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222898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 List No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AD4F3FF-7E71-2D1A-C99D-93CBFDCA69B1}"/>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p:txBody>
      </p:sp>
      <p:sp>
        <p:nvSpPr>
          <p:cNvPr id="3" name="Title 14">
            <a:extLst>
              <a:ext uri="{FF2B5EF4-FFF2-40B4-BE49-F238E27FC236}">
                <a16:creationId xmlns:a16="http://schemas.microsoft.com/office/drawing/2014/main" id="{4EC01AC2-53A6-FFD5-0D16-E397347C1F6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5" name="Text Placeholder 19">
            <a:extLst>
              <a:ext uri="{FF2B5EF4-FFF2-40B4-BE49-F238E27FC236}">
                <a16:creationId xmlns:a16="http://schemas.microsoft.com/office/drawing/2014/main" id="{0D714FD7-5122-644F-694C-5D14B97ACC44}"/>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3">
            <a:extLst>
              <a:ext uri="{FF2B5EF4-FFF2-40B4-BE49-F238E27FC236}">
                <a16:creationId xmlns:a16="http://schemas.microsoft.com/office/drawing/2014/main" id="{35946CDD-9171-7BC2-8A20-3017F082C5AA}"/>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8" name="Text Placeholder 3">
            <a:extLst>
              <a:ext uri="{FF2B5EF4-FFF2-40B4-BE49-F238E27FC236}">
                <a16:creationId xmlns:a16="http://schemas.microsoft.com/office/drawing/2014/main" id="{E63EC498-EC38-F861-2B82-40A7B6435B9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10" name="Text Placeholder 11">
            <a:extLst>
              <a:ext uri="{FF2B5EF4-FFF2-40B4-BE49-F238E27FC236}">
                <a16:creationId xmlns:a16="http://schemas.microsoft.com/office/drawing/2014/main" id="{0D9C749E-2778-B5C6-0AFA-410B1FCB2F7A}"/>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407534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 List With Annos Annos">
    <p:spTree>
      <p:nvGrpSpPr>
        <p:cNvPr id="1" name=""/>
        <p:cNvGrpSpPr/>
        <p:nvPr/>
      </p:nvGrpSpPr>
      <p:grpSpPr>
        <a:xfrm>
          <a:off x="0" y="0"/>
          <a:ext cx="0" cy="0"/>
          <a:chOff x="0" y="0"/>
          <a:chExt cx="0" cy="0"/>
        </a:xfrm>
      </p:grpSpPr>
      <p:sp>
        <p:nvSpPr>
          <p:cNvPr id="7" name="Text Placeholder 20">
            <a:extLst>
              <a:ext uri="{FF2B5EF4-FFF2-40B4-BE49-F238E27FC236}">
                <a16:creationId xmlns:a16="http://schemas.microsoft.com/office/drawing/2014/main" id="{3914672E-D783-0C47-D09F-FF465B48C0A7}"/>
              </a:ext>
            </a:extLst>
          </p:cNvPr>
          <p:cNvSpPr>
            <a:spLocks noGrp="1"/>
          </p:cNvSpPr>
          <p:nvPr>
            <p:ph type="body" sz="quarter" idx="20" hasCustomPrompt="1"/>
          </p:nvPr>
        </p:nvSpPr>
        <p:spPr>
          <a:xfrm>
            <a:off x="3072088" y="500682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dirty="0"/>
              <a:t>Answer: [insert answer prompts]. Change font for “Answer” to Century </a:t>
            </a:r>
            <a:r>
              <a:rPr lang="en-US" dirty="0" err="1"/>
              <a:t>Gothing</a:t>
            </a:r>
            <a:r>
              <a:rPr lang="en-US" dirty="0"/>
              <a:t> + bold (manual change). 13pt 17pt leading, 12pt space after.</a:t>
            </a:r>
          </a:p>
          <a:p>
            <a:pPr lvl="0"/>
            <a:r>
              <a:rPr lang="en-US" dirty="0"/>
              <a:t>This box adjust in height upward. </a:t>
            </a:r>
          </a:p>
          <a:p>
            <a:pPr lvl="0"/>
            <a:r>
              <a:rPr lang="en-US" dirty="0"/>
              <a:t>Do not overset text. </a:t>
            </a:r>
          </a:p>
          <a:p>
            <a:pPr lvl="0"/>
            <a:r>
              <a:rPr lang="en-US" dirty="0"/>
              <a:t>Do not make text box wider as it aligns with the question above.</a:t>
            </a:r>
          </a:p>
          <a:p>
            <a:pPr lvl="0"/>
            <a:r>
              <a:rPr lang="en-US" dirty="0"/>
              <a:t>Do not make font smaller</a:t>
            </a:r>
          </a:p>
          <a:p>
            <a:pPr lvl="0"/>
            <a:r>
              <a:rPr lang="en-US" dirty="0"/>
              <a:t>This is all the room you have for text </a:t>
            </a:r>
          </a:p>
        </p:txBody>
      </p:sp>
      <p:sp>
        <p:nvSpPr>
          <p:cNvPr id="10" name="Text Placeholder 20">
            <a:extLst>
              <a:ext uri="{FF2B5EF4-FFF2-40B4-BE49-F238E27FC236}">
                <a16:creationId xmlns:a16="http://schemas.microsoft.com/office/drawing/2014/main" id="{45EFF46D-7BD7-0910-3216-6699B62943AE}"/>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p:txBody>
      </p:sp>
      <p:sp>
        <p:nvSpPr>
          <p:cNvPr id="3" name="Title 14">
            <a:extLst>
              <a:ext uri="{FF2B5EF4-FFF2-40B4-BE49-F238E27FC236}">
                <a16:creationId xmlns:a16="http://schemas.microsoft.com/office/drawing/2014/main" id="{57AC486E-F009-C24C-95AD-8BCDA5CE5590}"/>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5" name="Text Placeholder 19">
            <a:extLst>
              <a:ext uri="{FF2B5EF4-FFF2-40B4-BE49-F238E27FC236}">
                <a16:creationId xmlns:a16="http://schemas.microsoft.com/office/drawing/2014/main" id="{E7956CF9-4B04-C313-A613-5E62E36385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3">
            <a:extLst>
              <a:ext uri="{FF2B5EF4-FFF2-40B4-BE49-F238E27FC236}">
                <a16:creationId xmlns:a16="http://schemas.microsoft.com/office/drawing/2014/main" id="{103E387F-D7DE-4FD1-391D-82CAF540364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9" name="Text Placeholder 3">
            <a:extLst>
              <a:ext uri="{FF2B5EF4-FFF2-40B4-BE49-F238E27FC236}">
                <a16:creationId xmlns:a16="http://schemas.microsoft.com/office/drawing/2014/main" id="{CF7834AE-26DF-EF5B-6D78-7CDDE5D44167}"/>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11" name="Text Placeholder 11">
            <a:extLst>
              <a:ext uri="{FF2B5EF4-FFF2-40B4-BE49-F238E27FC236}">
                <a16:creationId xmlns:a16="http://schemas.microsoft.com/office/drawing/2014/main" id="{C50F3A53-4AE7-0D2D-699B-C7C00B1EEDA8}"/>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245772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24" name="Picture Placeholder 22">
            <a:extLst>
              <a:ext uri="{FF2B5EF4-FFF2-40B4-BE49-F238E27FC236}">
                <a16:creationId xmlns:a16="http://schemas.microsoft.com/office/drawing/2014/main" id="{ED90FDD6-CA22-376E-52FC-FF2563182A9C}"/>
              </a:ext>
            </a:extLst>
          </p:cNvPr>
          <p:cNvSpPr>
            <a:spLocks noGrp="1"/>
          </p:cNvSpPr>
          <p:nvPr>
            <p:ph type="pic" sz="quarter" idx="13"/>
          </p:nvPr>
        </p:nvSpPr>
        <p:spPr>
          <a:xfrm>
            <a:off x="2625725" y="884861"/>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916B364A-8930-8989-39F4-EAFD35D7E3F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4" name="Text Placeholder 19">
            <a:extLst>
              <a:ext uri="{FF2B5EF4-FFF2-40B4-BE49-F238E27FC236}">
                <a16:creationId xmlns:a16="http://schemas.microsoft.com/office/drawing/2014/main" id="{358F32AB-6F51-27E3-DC38-3A0FF6AB63F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6" name="Text Placeholder 3">
            <a:extLst>
              <a:ext uri="{FF2B5EF4-FFF2-40B4-BE49-F238E27FC236}">
                <a16:creationId xmlns:a16="http://schemas.microsoft.com/office/drawing/2014/main" id="{249E9DA9-B432-8169-0A2D-7FA7F175FA8E}"/>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dirty="0"/>
              <a:t>Click to add text</a:t>
            </a:r>
          </a:p>
          <a:p>
            <a:pPr lvl="1"/>
            <a:r>
              <a:rPr lang="en-US" dirty="0"/>
              <a:t>Step 1</a:t>
            </a:r>
          </a:p>
          <a:p>
            <a:pPr lvl="1"/>
            <a:r>
              <a:rPr lang="en-US" dirty="0"/>
              <a:t>Step 2</a:t>
            </a:r>
          </a:p>
          <a:p>
            <a:pPr lvl="1"/>
            <a:endParaRPr lang="en-US" dirty="0"/>
          </a:p>
        </p:txBody>
      </p:sp>
      <p:sp>
        <p:nvSpPr>
          <p:cNvPr id="8" name="Text Placeholder 3">
            <a:extLst>
              <a:ext uri="{FF2B5EF4-FFF2-40B4-BE49-F238E27FC236}">
                <a16:creationId xmlns:a16="http://schemas.microsoft.com/office/drawing/2014/main" id="{F6151FB6-09E2-E98B-3718-6F6AE4681614}"/>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text</a:t>
            </a:r>
          </a:p>
          <a:p>
            <a:pPr lvl="1"/>
            <a:r>
              <a:rPr lang="en-US" dirty="0"/>
              <a:t>Step 1</a:t>
            </a:r>
          </a:p>
          <a:p>
            <a:pPr lvl="1"/>
            <a:r>
              <a:rPr lang="en-US" dirty="0"/>
              <a:t>Step 2</a:t>
            </a:r>
          </a:p>
          <a:p>
            <a:pPr lvl="1"/>
            <a:r>
              <a:rPr lang="en-US" dirty="0"/>
              <a:t>Step 3</a:t>
            </a:r>
          </a:p>
          <a:p>
            <a:pPr lvl="2"/>
            <a:r>
              <a:rPr lang="en-US" dirty="0"/>
              <a:t>Teach</a:t>
            </a:r>
          </a:p>
          <a:p>
            <a:pPr lvl="3"/>
            <a:r>
              <a:rPr lang="en-US" dirty="0"/>
              <a:t>Step 1 Step1 Step 1</a:t>
            </a:r>
          </a:p>
          <a:p>
            <a:pPr lvl="4"/>
            <a:r>
              <a:rPr lang="en-US" dirty="0"/>
              <a:t>Step 1</a:t>
            </a:r>
          </a:p>
          <a:p>
            <a:pPr lvl="4"/>
            <a:r>
              <a:rPr lang="en-US" dirty="0"/>
              <a:t>Step 2</a:t>
            </a:r>
          </a:p>
        </p:txBody>
      </p:sp>
      <p:sp>
        <p:nvSpPr>
          <p:cNvPr id="9" name="Text Placeholder 11">
            <a:extLst>
              <a:ext uri="{FF2B5EF4-FFF2-40B4-BE49-F238E27FC236}">
                <a16:creationId xmlns:a16="http://schemas.microsoft.com/office/drawing/2014/main" id="{27EEB31A-D29D-27DB-FF2D-B4A11695854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dirty="0"/>
              <a:t>Click to add text</a:t>
            </a:r>
          </a:p>
          <a:p>
            <a:pPr lvl="1"/>
            <a:r>
              <a:rPr lang="en-US" dirty="0"/>
              <a:t>Second level</a:t>
            </a:r>
          </a:p>
          <a:p>
            <a:pPr lvl="1"/>
            <a:r>
              <a:rPr lang="en-US" dirty="0"/>
              <a:t>Step 2</a:t>
            </a:r>
          </a:p>
        </p:txBody>
      </p:sp>
    </p:spTree>
    <p:extLst>
      <p:ext uri="{BB962C8B-B14F-4D97-AF65-F5344CB8AC3E}">
        <p14:creationId xmlns:p14="http://schemas.microsoft.com/office/powerpoint/2010/main" val="74398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ulleted List">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E900C87-D37C-2072-64B1-81C433FA8C1F}"/>
              </a:ext>
            </a:extLst>
          </p:cNvPr>
          <p:cNvSpPr>
            <a:spLocks noGrp="1"/>
          </p:cNvSpPr>
          <p:nvPr>
            <p:ph type="body" sz="quarter" idx="13" hasCustomPrompt="1"/>
          </p:nvPr>
        </p:nvSpPr>
        <p:spPr>
          <a:xfrm>
            <a:off x="2689088" y="1745059"/>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This is a Number list</a:t>
            </a:r>
          </a:p>
          <a:p>
            <a:pPr lvl="0"/>
            <a:r>
              <a:rPr lang="en-US" dirty="0"/>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dirty="0"/>
              <a:t>Lorum ipsum Lorum ipsum Lorum ipsum Lorum ipsum Lorum ipsum Lorum ipsum</a:t>
            </a:r>
          </a:p>
        </p:txBody>
      </p:sp>
      <p:sp>
        <p:nvSpPr>
          <p:cNvPr id="10" name="Text Placeholder 17">
            <a:extLst>
              <a:ext uri="{FF2B5EF4-FFF2-40B4-BE49-F238E27FC236}">
                <a16:creationId xmlns:a16="http://schemas.microsoft.com/office/drawing/2014/main" id="{E0D3E02F-388E-EAE5-255D-592573A55AB6}"/>
              </a:ext>
            </a:extLst>
          </p:cNvPr>
          <p:cNvSpPr>
            <a:spLocks noGrp="1"/>
          </p:cNvSpPr>
          <p:nvPr>
            <p:ph type="body" sz="quarter" idx="14" hasCustomPrompt="1"/>
          </p:nvPr>
        </p:nvSpPr>
        <p:spPr>
          <a:xfrm>
            <a:off x="2689497" y="1175020"/>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2" name="Title 14">
            <a:extLst>
              <a:ext uri="{FF2B5EF4-FFF2-40B4-BE49-F238E27FC236}">
                <a16:creationId xmlns:a16="http://schemas.microsoft.com/office/drawing/2014/main" id="{F5F48B49-31AC-D98C-D5B8-CCF5FFCC10F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3" name="Text Placeholder 19">
            <a:extLst>
              <a:ext uri="{FF2B5EF4-FFF2-40B4-BE49-F238E27FC236}">
                <a16:creationId xmlns:a16="http://schemas.microsoft.com/office/drawing/2014/main" id="{28187AE4-3B73-99D6-289C-20394EE74546}"/>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E03F6106-A17F-9AE5-AC02-62FA3BA276F6}"/>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3055613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745060"/>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Body text. Font is </a:t>
            </a:r>
            <a:r>
              <a:rPr lang="en-US" dirty="0" err="1"/>
              <a:t>verdana</a:t>
            </a:r>
            <a:r>
              <a:rPr lang="en-US" dirty="0"/>
              <a:t> at 20 points. No more than 440 characters w/spaces.</a:t>
            </a:r>
          </a:p>
          <a:p>
            <a:pPr lvl="0"/>
            <a:r>
              <a:rPr lang="en-US" dirty="0"/>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 Lorum ipsum Lorum ipsum Lorum ipsum Lorum ipsum Lorum ipsum Lorum ipsum Lorum ipsum Lorum ipsum</a:t>
            </a:r>
          </a:p>
        </p:txBody>
      </p:sp>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2" name="Title 14">
            <a:extLst>
              <a:ext uri="{FF2B5EF4-FFF2-40B4-BE49-F238E27FC236}">
                <a16:creationId xmlns:a16="http://schemas.microsoft.com/office/drawing/2014/main" id="{C7E10617-7F16-AF90-D7EF-9B76E8DD0C1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3" name="Text Placeholder 19">
            <a:extLst>
              <a:ext uri="{FF2B5EF4-FFF2-40B4-BE49-F238E27FC236}">
                <a16:creationId xmlns:a16="http://schemas.microsoft.com/office/drawing/2014/main" id="{62389149-6432-79DD-6099-7979358A5DA3}"/>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18030947-61E0-B1B8-5F7F-B55E571C7BE7}"/>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9960556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2-5 Sample Modeling Writing -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284270"/>
            <a:ext cx="7153704" cy="491027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Body text. Font is Verdana at 20 points. No more than 440 characters w/spaces.</a:t>
            </a:r>
          </a:p>
          <a:p>
            <a:pPr lvl="0"/>
            <a:r>
              <a:rPr lang="en-US" dirty="0"/>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dirty="0"/>
              <a:t>Lorum ipsum Lorum ipsum</a:t>
            </a:r>
          </a:p>
        </p:txBody>
      </p:sp>
      <p:sp>
        <p:nvSpPr>
          <p:cNvPr id="2" name="Title 14">
            <a:extLst>
              <a:ext uri="{FF2B5EF4-FFF2-40B4-BE49-F238E27FC236}">
                <a16:creationId xmlns:a16="http://schemas.microsoft.com/office/drawing/2014/main" id="{1D1691DF-E680-788E-2197-E53CE60EF73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3" name="Text Placeholder 19">
            <a:extLst>
              <a:ext uri="{FF2B5EF4-FFF2-40B4-BE49-F238E27FC236}">
                <a16:creationId xmlns:a16="http://schemas.microsoft.com/office/drawing/2014/main" id="{22B42E2D-6BB6-50F9-79C9-F880F0E2C6BA}"/>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4993C5ED-BC1A-A4B6-C3F2-3EB443FC2D70}"/>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1846347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p:spTree>
      <p:nvGrpSpPr>
        <p:cNvPr id="1" name=""/>
        <p:cNvGrpSpPr/>
        <p:nvPr/>
      </p:nvGrpSpPr>
      <p:grpSpPr>
        <a:xfrm>
          <a:off x="0" y="0"/>
          <a:ext cx="0" cy="0"/>
          <a:chOff x="0" y="0"/>
          <a:chExt cx="0" cy="0"/>
        </a:xfrm>
      </p:grpSpPr>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dirty="0"/>
              <a:t>Header Verdana 20pt</a:t>
            </a:r>
          </a:p>
        </p:txBody>
      </p:sp>
      <p:sp>
        <p:nvSpPr>
          <p:cNvPr id="2" name="Title 14">
            <a:extLst>
              <a:ext uri="{FF2B5EF4-FFF2-40B4-BE49-F238E27FC236}">
                <a16:creationId xmlns:a16="http://schemas.microsoft.com/office/drawing/2014/main" id="{480F0C35-C682-FFA9-0BE4-666DB25D55BD}"/>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3" name="Text Placeholder 19">
            <a:extLst>
              <a:ext uri="{FF2B5EF4-FFF2-40B4-BE49-F238E27FC236}">
                <a16:creationId xmlns:a16="http://schemas.microsoft.com/office/drawing/2014/main" id="{019E10B0-BE3E-4951-02F0-FCCCC15757C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3B8D2015-2819-B7D5-F3C5-0978A57C38A3}"/>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882848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2-5 Sample Modeling Writing - Number List With Annos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1C613037-2D14-FD58-2F58-4910BE6CDF0E}"/>
              </a:ext>
            </a:extLst>
          </p:cNvPr>
          <p:cNvSpPr>
            <a:spLocks noGrp="1"/>
          </p:cNvSpPr>
          <p:nvPr>
            <p:ph type="body" sz="quarter" idx="15" hasCustomPrompt="1"/>
          </p:nvPr>
        </p:nvSpPr>
        <p:spPr>
          <a:xfrm>
            <a:off x="2689088" y="1150855"/>
            <a:ext cx="7153704" cy="1446859"/>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sz="200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dirty="0"/>
              <a:t>Lorum ipsum Lorum ipsum Lorum ipsum Lorum ipsum Lorum ipsum Lorum ipsum</a:t>
            </a:r>
          </a:p>
        </p:txBody>
      </p:sp>
      <p:sp>
        <p:nvSpPr>
          <p:cNvPr id="10" name="Text Placeholder 20">
            <a:extLst>
              <a:ext uri="{FF2B5EF4-FFF2-40B4-BE49-F238E27FC236}">
                <a16:creationId xmlns:a16="http://schemas.microsoft.com/office/drawing/2014/main" id="{485D38BF-04C1-2BC1-5264-43A595FDB61F}"/>
              </a:ext>
            </a:extLst>
          </p:cNvPr>
          <p:cNvSpPr>
            <a:spLocks noGrp="1"/>
          </p:cNvSpPr>
          <p:nvPr>
            <p:ph type="body" sz="quarter" idx="20" hasCustomPrompt="1"/>
          </p:nvPr>
        </p:nvSpPr>
        <p:spPr>
          <a:xfrm>
            <a:off x="3072088" y="526367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dirty="0"/>
              <a:t>Answer: [insert answer prompts]. Change font for “Answer” to Century </a:t>
            </a:r>
            <a:r>
              <a:rPr lang="en-US" dirty="0" err="1"/>
              <a:t>Gothing</a:t>
            </a:r>
            <a:r>
              <a:rPr lang="en-US" dirty="0"/>
              <a:t> + bold (manual change). 13pt 17pt leading, 12pt space after.</a:t>
            </a:r>
          </a:p>
          <a:p>
            <a:pPr lvl="0"/>
            <a:r>
              <a:rPr lang="en-US" dirty="0"/>
              <a:t>This box adjust in height upward. </a:t>
            </a:r>
          </a:p>
          <a:p>
            <a:pPr lvl="0"/>
            <a:r>
              <a:rPr lang="en-US" dirty="0"/>
              <a:t>Do not overset text. </a:t>
            </a:r>
          </a:p>
          <a:p>
            <a:pPr lvl="0"/>
            <a:r>
              <a:rPr lang="en-US" dirty="0"/>
              <a:t>Do not make text box wider as it aligns with the question above.</a:t>
            </a:r>
          </a:p>
          <a:p>
            <a:pPr lvl="0"/>
            <a:r>
              <a:rPr lang="en-US" dirty="0"/>
              <a:t>Do not make font smaller</a:t>
            </a:r>
          </a:p>
          <a:p>
            <a:pPr lvl="0"/>
            <a:r>
              <a:rPr lang="en-US" dirty="0"/>
              <a:t>This is all the room you have for text </a:t>
            </a:r>
          </a:p>
        </p:txBody>
      </p:sp>
      <p:sp>
        <p:nvSpPr>
          <p:cNvPr id="2" name="Title 14">
            <a:extLst>
              <a:ext uri="{FF2B5EF4-FFF2-40B4-BE49-F238E27FC236}">
                <a16:creationId xmlns:a16="http://schemas.microsoft.com/office/drawing/2014/main" id="{AC3352C4-1A19-BDF6-B79A-0CE226F94371}"/>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3" name="Text Placeholder 19">
            <a:extLst>
              <a:ext uri="{FF2B5EF4-FFF2-40B4-BE49-F238E27FC236}">
                <a16:creationId xmlns:a16="http://schemas.microsoft.com/office/drawing/2014/main" id="{4BD6CE2F-06B3-2918-9F6D-554F5C6B8C70}"/>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FA953583-67E8-9559-A559-FB557C760D60}"/>
              </a:ext>
            </a:extLst>
          </p:cNvPr>
          <p:cNvSpPr>
            <a:spLocks noGrp="1"/>
          </p:cNvSpPr>
          <p:nvPr>
            <p:ph type="body" sz="quarter" idx="21"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21867670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2-5 Sample Modeling Writing - Image Only">
    <p:spTree>
      <p:nvGrpSpPr>
        <p:cNvPr id="1" name=""/>
        <p:cNvGrpSpPr/>
        <p:nvPr/>
      </p:nvGrpSpPr>
      <p:grpSpPr>
        <a:xfrm>
          <a:off x="0" y="0"/>
          <a:ext cx="0" cy="0"/>
          <a:chOff x="0" y="0"/>
          <a:chExt cx="0" cy="0"/>
        </a:xfrm>
      </p:grpSpPr>
      <p:sp>
        <p:nvSpPr>
          <p:cNvPr id="2" name="Picture Placeholder 22">
            <a:extLst>
              <a:ext uri="{FF2B5EF4-FFF2-40B4-BE49-F238E27FC236}">
                <a16:creationId xmlns:a16="http://schemas.microsoft.com/office/drawing/2014/main" id="{BBD4AF64-687D-341D-3526-1443CA27F500}"/>
              </a:ext>
            </a:extLst>
          </p:cNvPr>
          <p:cNvSpPr>
            <a:spLocks noGrp="1"/>
          </p:cNvSpPr>
          <p:nvPr>
            <p:ph type="pic" sz="quarter" idx="13"/>
          </p:nvPr>
        </p:nvSpPr>
        <p:spPr>
          <a:xfrm>
            <a:off x="2625725" y="1234183"/>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ED022BFF-1CFC-C5B2-A5B2-20D18684754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dirty="0"/>
              <a:t>Lesson X | Tk </a:t>
            </a:r>
            <a:r>
              <a:rPr lang="en-US" dirty="0" err="1"/>
              <a:t>tk</a:t>
            </a:r>
            <a:r>
              <a:rPr lang="en-US" dirty="0"/>
              <a:t> </a:t>
            </a:r>
            <a:r>
              <a:rPr lang="en-US" dirty="0" err="1"/>
              <a:t>tk</a:t>
            </a:r>
            <a:r>
              <a:rPr lang="en-US" dirty="0"/>
              <a:t> </a:t>
            </a:r>
          </a:p>
        </p:txBody>
      </p:sp>
      <p:sp>
        <p:nvSpPr>
          <p:cNvPr id="5" name="Text Placeholder 19">
            <a:extLst>
              <a:ext uri="{FF2B5EF4-FFF2-40B4-BE49-F238E27FC236}">
                <a16:creationId xmlns:a16="http://schemas.microsoft.com/office/drawing/2014/main" id="{99334D4B-4B02-EBBE-76F1-571DD5C4F1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(X Min.)</a:t>
            </a:r>
          </a:p>
        </p:txBody>
      </p:sp>
      <p:sp>
        <p:nvSpPr>
          <p:cNvPr id="4" name="Text Placeholder 4">
            <a:extLst>
              <a:ext uri="{FF2B5EF4-FFF2-40B4-BE49-F238E27FC236}">
                <a16:creationId xmlns:a16="http://schemas.microsoft.com/office/drawing/2014/main" id="{B09EF9B6-89DD-D538-1E5E-9DC54BCC9842}"/>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dirty="0"/>
              <a:t>Step 1</a:t>
            </a:r>
          </a:p>
          <a:p>
            <a:pPr lvl="0"/>
            <a:r>
              <a:rPr lang="en-US" dirty="0"/>
              <a:t>Step 2</a:t>
            </a:r>
          </a:p>
        </p:txBody>
      </p:sp>
    </p:spTree>
    <p:extLst>
      <p:ext uri="{BB962C8B-B14F-4D97-AF65-F5344CB8AC3E}">
        <p14:creationId xmlns:p14="http://schemas.microsoft.com/office/powerpoint/2010/main" val="1603415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13.xml"/><Relationship Id="rId7"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C33C81-EAF4-71F5-59C6-5B53C603EF81}"/>
              </a:ext>
            </a:extLst>
          </p:cNvPr>
          <p:cNvSpPr/>
          <p:nvPr userDrawn="1"/>
        </p:nvSpPr>
        <p:spPr>
          <a:xfrm>
            <a:off x="1859280" y="1229360"/>
            <a:ext cx="8392160" cy="5415279"/>
          </a:xfrm>
          <a:prstGeom prst="rect">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pic>
        <p:nvPicPr>
          <p:cNvPr id="3" name="Picture 2">
            <a:extLst>
              <a:ext uri="{FF2B5EF4-FFF2-40B4-BE49-F238E27FC236}">
                <a16:creationId xmlns:a16="http://schemas.microsoft.com/office/drawing/2014/main" id="{A9C027F4-83F5-9B24-9167-5124D10068AB}"/>
              </a:ext>
            </a:extLst>
          </p:cNvPr>
          <p:cNvPicPr>
            <a:picLocks noChangeAspect="1"/>
          </p:cNvPicPr>
          <p:nvPr userDrawn="1"/>
        </p:nvPicPr>
        <p:blipFill>
          <a:blip r:embed="rId3"/>
          <a:srcRect/>
          <a:stretch/>
        </p:blipFill>
        <p:spPr>
          <a:xfrm>
            <a:off x="3048" y="0"/>
            <a:ext cx="12185904" cy="6858000"/>
          </a:xfrm>
          <a:prstGeom prst="rect">
            <a:avLst/>
          </a:prstGeom>
        </p:spPr>
      </p:pic>
    </p:spTree>
    <p:extLst>
      <p:ext uri="{BB962C8B-B14F-4D97-AF65-F5344CB8AC3E}">
        <p14:creationId xmlns:p14="http://schemas.microsoft.com/office/powerpoint/2010/main" val="153884882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D326E-5D31-F9BB-CD8D-694DC93D32A2}"/>
              </a:ext>
            </a:extLst>
          </p:cNvPr>
          <p:cNvPicPr>
            <a:picLocks noChangeAspect="1"/>
          </p:cNvPicPr>
          <p:nvPr userDrawn="1"/>
        </p:nvPicPr>
        <p:blipFill>
          <a:blip r:embed="rId3"/>
          <a:srcRect/>
          <a:stretch/>
        </p:blipFill>
        <p:spPr>
          <a:xfrm>
            <a:off x="3048" y="3886"/>
            <a:ext cx="12185904" cy="6850228"/>
          </a:xfrm>
          <a:prstGeom prst="rect">
            <a:avLst/>
          </a:prstGeom>
        </p:spPr>
      </p:pic>
      <p:pic>
        <p:nvPicPr>
          <p:cNvPr id="5" name="Picture 4">
            <a:extLst>
              <a:ext uri="{FF2B5EF4-FFF2-40B4-BE49-F238E27FC236}">
                <a16:creationId xmlns:a16="http://schemas.microsoft.com/office/drawing/2014/main" id="{81438004-0EC6-F03E-96DE-671089747005}"/>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6" name="Rectangle 5">
            <a:extLst>
              <a:ext uri="{FF2B5EF4-FFF2-40B4-BE49-F238E27FC236}">
                <a16:creationId xmlns:a16="http://schemas.microsoft.com/office/drawing/2014/main" id="{29AC2D78-2876-1953-ECC6-05DFB64662D6}"/>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7" name="Rectangle 6">
            <a:extLst>
              <a:ext uri="{FF2B5EF4-FFF2-40B4-BE49-F238E27FC236}">
                <a16:creationId xmlns:a16="http://schemas.microsoft.com/office/drawing/2014/main" id="{5D825444-1A8D-E118-81B0-C8D906C33C46}"/>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71109327"/>
      </p:ext>
    </p:extLst>
  </p:cSld>
  <p:clrMap bg1="lt1" tx1="dk1" bg2="lt2" tx2="dk2" accent1="accent1" accent2="accent2" accent3="accent3" accent4="accent4" accent5="accent5" accent6="accent6" hlink="hlink" folHlink="folHlink"/>
  <p:sldLayoutIdLst>
    <p:sldLayoutId id="2147483658"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26497-C289-B546-AAF2-D2B0836A8081}"/>
              </a:ext>
            </a:extLst>
          </p:cNvPr>
          <p:cNvPicPr>
            <a:picLocks noChangeAspect="1"/>
          </p:cNvPicPr>
          <p:nvPr userDrawn="1"/>
        </p:nvPicPr>
        <p:blipFill>
          <a:blip r:embed="rId3"/>
          <a:srcRect/>
          <a:stretch/>
        </p:blipFill>
        <p:spPr>
          <a:xfrm>
            <a:off x="3048" y="3886"/>
            <a:ext cx="12185904" cy="6850228"/>
          </a:xfrm>
          <a:prstGeom prst="rect">
            <a:avLst/>
          </a:prstGeom>
        </p:spPr>
      </p:pic>
      <p:pic>
        <p:nvPicPr>
          <p:cNvPr id="7" name="Picture 6">
            <a:extLst>
              <a:ext uri="{FF2B5EF4-FFF2-40B4-BE49-F238E27FC236}">
                <a16:creationId xmlns:a16="http://schemas.microsoft.com/office/drawing/2014/main" id="{F44ED358-83D5-6CE7-9D87-03583351F2C0}"/>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8" name="Rectangle 7">
            <a:extLst>
              <a:ext uri="{FF2B5EF4-FFF2-40B4-BE49-F238E27FC236}">
                <a16:creationId xmlns:a16="http://schemas.microsoft.com/office/drawing/2014/main" id="{7DBAA7DC-228B-5B55-23CB-52A2ED2C1DE4}"/>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9" name="Rectangle 8">
            <a:extLst>
              <a:ext uri="{FF2B5EF4-FFF2-40B4-BE49-F238E27FC236}">
                <a16:creationId xmlns:a16="http://schemas.microsoft.com/office/drawing/2014/main" id="{59FA7744-1870-D268-1059-65A7C9721675}"/>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7029974"/>
      </p:ext>
    </p:extLst>
  </p:cSld>
  <p:clrMap bg1="lt1" tx1="dk1" bg2="lt2" tx2="dk2" accent1="accent1" accent2="accent2" accent3="accent3" accent4="accent4" accent5="accent5" accent6="accent6" hlink="hlink" folHlink="folHlink"/>
  <p:sldLayoutIdLst>
    <p:sldLayoutId id="2147483660"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414F8B-9D95-2849-1111-B217167EE7D1}"/>
              </a:ext>
            </a:extLst>
          </p:cNvPr>
          <p:cNvSpPr/>
          <p:nvPr userDrawn="1"/>
        </p:nvSpPr>
        <p:spPr>
          <a:xfrm>
            <a:off x="10145594" y="194164"/>
            <a:ext cx="2046406" cy="6858000"/>
          </a:xfrm>
          <a:prstGeom prst="rect">
            <a:avLst/>
          </a:prstGeom>
          <a:solidFill>
            <a:srgbClr val="E7E6E6">
              <a:alpha val="545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091849-E67B-6DCC-A7E5-01F055EFEE9C}"/>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745546"/>
      </p:ext>
    </p:extLst>
  </p:cSld>
  <p:clrMap bg1="lt1" tx1="dk1" bg2="lt2" tx2="dk2" accent1="accent1" accent2="accent2" accent3="accent3" accent4="accent4" accent5="accent5" accent6="accent6" hlink="hlink" folHlink="folHlink"/>
  <p:sldLayoutIdLst>
    <p:sldLayoutId id="2147483650" r:id="rId1"/>
    <p:sldLayoutId id="2147483675" r:id="rId2"/>
    <p:sldLayoutId id="2147483651" r:id="rId3"/>
    <p:sldLayoutId id="2147483654" r:id="rId4"/>
    <p:sldLayoutId id="2147483652" r:id="rId5"/>
    <p:sldLayoutId id="2147483653" r:id="rId6"/>
    <p:sldLayoutId id="21474836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B6F209-FE18-F1C3-10C8-0BAB60ACCA08}"/>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091E2AD-522A-A2E6-45F6-A49B98299949}"/>
              </a:ext>
            </a:extLst>
          </p:cNvPr>
          <p:cNvPicPr>
            <a:picLocks noChangeAspect="1"/>
          </p:cNvPicPr>
          <p:nvPr userDrawn="1"/>
        </p:nvPicPr>
        <p:blipFill>
          <a:blip r:embed="rId8" cstate="print">
            <a:extLst>
              <a:ext uri="{28A0092B-C50C-407E-A947-70E740481C1C}">
                <a14:useLocalDpi xmlns:a14="http://schemas.microsoft.com/office/drawing/2010/main"/>
              </a:ext>
            </a:extLst>
          </a:blip>
          <a:srcRect t="5051"/>
          <a:stretch>
            <a:fillRect/>
          </a:stretch>
        </p:blipFill>
        <p:spPr>
          <a:xfrm>
            <a:off x="3048" y="590308"/>
            <a:ext cx="12185904" cy="6267691"/>
          </a:xfrm>
          <a:prstGeom prst="rect">
            <a:avLst/>
          </a:prstGeom>
        </p:spPr>
      </p:pic>
    </p:spTree>
    <p:extLst>
      <p:ext uri="{BB962C8B-B14F-4D97-AF65-F5344CB8AC3E}">
        <p14:creationId xmlns:p14="http://schemas.microsoft.com/office/powerpoint/2010/main" val="4191478342"/>
      </p:ext>
    </p:extLst>
  </p:cSld>
  <p:clrMap bg1="lt1" tx1="dk1" bg2="lt2" tx2="dk2" accent1="accent1" accent2="accent2" accent3="accent3" accent4="accent4" accent5="accent5" accent6="accent6" hlink="hlink" folHlink="folHlink"/>
  <p:sldLayoutIdLst>
    <p:sldLayoutId id="2147483662" r:id="rId1"/>
    <p:sldLayoutId id="2147483668" r:id="rId2"/>
    <p:sldLayoutId id="2147483669" r:id="rId3"/>
    <p:sldLayoutId id="2147483670" r:id="rId4"/>
    <p:sldLayoutId id="2147483672" r:id="rId5"/>
    <p:sldLayoutId id="2147483671" r:id="rId6"/>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90269-49F6-AAA6-E250-D8C5490EAAF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3E829B87-F335-1D96-FB63-F9C469EB0A1F}"/>
              </a:ext>
            </a:extLst>
          </p:cNvPr>
          <p:cNvSpPr>
            <a:spLocks noGrp="1"/>
          </p:cNvSpPr>
          <p:nvPr>
            <p:ph type="body" sz="quarter" idx="12"/>
          </p:nvPr>
        </p:nvSpPr>
        <p:spPr>
          <a:xfrm>
            <a:off x="2643492" y="1833100"/>
            <a:ext cx="8000593" cy="570039"/>
          </a:xfrm>
        </p:spPr>
        <p:txBody>
          <a:bodyPr/>
          <a:lstStyle/>
          <a:p>
            <a:r>
              <a:rPr lang="en-US" dirty="0"/>
              <a:t>Develop Language </a:t>
            </a:r>
          </a:p>
        </p:txBody>
      </p:sp>
      <p:sp>
        <p:nvSpPr>
          <p:cNvPr id="28" name="Text Placeholder 27">
            <a:extLst>
              <a:ext uri="{FF2B5EF4-FFF2-40B4-BE49-F238E27FC236}">
                <a16:creationId xmlns:a16="http://schemas.microsoft.com/office/drawing/2014/main" id="{2A114065-8FF2-E8C1-2B4E-C5151BA84389}"/>
              </a:ext>
            </a:extLst>
          </p:cNvPr>
          <p:cNvSpPr>
            <a:spLocks noGrp="1"/>
          </p:cNvSpPr>
          <p:nvPr>
            <p:ph type="body" sz="quarter" idx="13"/>
          </p:nvPr>
        </p:nvSpPr>
        <p:spPr>
          <a:xfrm>
            <a:off x="2623171" y="2575560"/>
            <a:ext cx="8041403" cy="1772920"/>
          </a:xfrm>
        </p:spPr>
        <p:txBody>
          <a:bodyPr/>
          <a:lstStyle/>
          <a:p>
            <a:r>
              <a:rPr lang="en-US" dirty="0"/>
              <a:t>Expanding and Reducing Sentences​</a:t>
            </a:r>
          </a:p>
        </p:txBody>
      </p:sp>
    </p:spTree>
    <p:extLst>
      <p:ext uri="{BB962C8B-B14F-4D97-AF65-F5344CB8AC3E}">
        <p14:creationId xmlns:p14="http://schemas.microsoft.com/office/powerpoint/2010/main" val="2716112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61301C7A-3E86-EBAF-968F-F22C2F8E2475}"/>
              </a:ext>
            </a:extLst>
          </p:cNvPr>
          <p:cNvSpPr>
            <a:spLocks noGrp="1"/>
          </p:cNvSpPr>
          <p:nvPr>
            <p:ph type="body" sz="quarter" idx="13"/>
          </p:nvPr>
        </p:nvSpPr>
        <p:spPr>
          <a:xfrm>
            <a:off x="4130140" y="3769437"/>
            <a:ext cx="1893670" cy="1803147"/>
          </a:xfrm>
          <a:ln>
            <a:noFill/>
          </a:ln>
        </p:spPr>
        <p:txBody>
          <a:bodyPr/>
          <a:lstStyle/>
          <a:p>
            <a:pPr marL="285750" indent="-285750">
              <a:lnSpc>
                <a:spcPct val="150000"/>
              </a:lnSpc>
            </a:pPr>
            <a:r>
              <a:rPr lang="en-US" dirty="0">
                <a:latin typeface="Verdana"/>
                <a:ea typeface="Verdana"/>
              </a:rPr>
              <a:t>Who?</a:t>
            </a:r>
          </a:p>
          <a:p>
            <a:pPr marL="285750" indent="-285750">
              <a:lnSpc>
                <a:spcPct val="150000"/>
              </a:lnSpc>
            </a:pPr>
            <a:r>
              <a:rPr lang="en-US" dirty="0">
                <a:latin typeface="Verdana"/>
                <a:ea typeface="Verdana"/>
              </a:rPr>
              <a:t>What?</a:t>
            </a:r>
          </a:p>
          <a:p>
            <a:pPr marL="285750" indent="-285750">
              <a:lnSpc>
                <a:spcPct val="150000"/>
              </a:lnSpc>
            </a:pPr>
            <a:r>
              <a:rPr lang="en-US" dirty="0">
                <a:latin typeface="Verdana"/>
                <a:ea typeface="Verdana"/>
              </a:rPr>
              <a:t>Where?</a:t>
            </a:r>
          </a:p>
        </p:txBody>
      </p:sp>
      <p:sp>
        <p:nvSpPr>
          <p:cNvPr id="14" name="Text Placeholder 13">
            <a:extLst>
              <a:ext uri="{FF2B5EF4-FFF2-40B4-BE49-F238E27FC236}">
                <a16:creationId xmlns:a16="http://schemas.microsoft.com/office/drawing/2014/main" id="{7E5B8585-D11C-5B7A-A433-84E06B75C5E7}"/>
              </a:ext>
            </a:extLst>
          </p:cNvPr>
          <p:cNvSpPr>
            <a:spLocks noGrp="1"/>
          </p:cNvSpPr>
          <p:nvPr>
            <p:ph type="body" sz="quarter" idx="14"/>
          </p:nvPr>
        </p:nvSpPr>
        <p:spPr>
          <a:xfrm>
            <a:off x="4130549" y="3199398"/>
            <a:ext cx="2519632" cy="570039"/>
          </a:xfrm>
        </p:spPr>
        <p:txBody>
          <a:bodyPr/>
          <a:lstStyle/>
          <a:p>
            <a:r>
              <a:rPr lang="en-US" dirty="0"/>
              <a:t>Ask Yourself: </a:t>
            </a:r>
          </a:p>
        </p:txBody>
      </p:sp>
      <p:sp>
        <p:nvSpPr>
          <p:cNvPr id="3" name="Text Placeholder 2">
            <a:extLst>
              <a:ext uri="{FF2B5EF4-FFF2-40B4-BE49-F238E27FC236}">
                <a16:creationId xmlns:a16="http://schemas.microsoft.com/office/drawing/2014/main" id="{4A23EE8C-270B-9692-F093-B54957CBBCAF}"/>
              </a:ext>
            </a:extLst>
          </p:cNvPr>
          <p:cNvSpPr>
            <a:spLocks noGrp="1"/>
          </p:cNvSpPr>
          <p:nvPr>
            <p:ph type="body" sz="quarter" idx="10"/>
          </p:nvPr>
        </p:nvSpPr>
        <p:spPr>
          <a:xfrm>
            <a:off x="155004" y="874020"/>
            <a:ext cx="2167128" cy="1923604"/>
          </a:xfrm>
        </p:spPr>
        <p:txBody>
          <a:bodyPr/>
          <a:lstStyle/>
          <a:p>
            <a:r>
              <a:rPr lang="en-US" dirty="0"/>
              <a:t>Collaborate</a:t>
            </a:r>
          </a:p>
          <a:p>
            <a:pPr lvl="1"/>
            <a:r>
              <a:rPr lang="en-US" dirty="0"/>
              <a:t>What questions did the expanded version answer?</a:t>
            </a:r>
          </a:p>
          <a:p>
            <a:pPr lvl="1"/>
            <a:r>
              <a:rPr lang="en-US" dirty="0"/>
              <a:t>How did expanding this sentence improve it?</a:t>
            </a:r>
          </a:p>
        </p:txBody>
      </p:sp>
      <p:sp>
        <p:nvSpPr>
          <p:cNvPr id="4" name="Text Placeholder 3">
            <a:extLst>
              <a:ext uri="{FF2B5EF4-FFF2-40B4-BE49-F238E27FC236}">
                <a16:creationId xmlns:a16="http://schemas.microsoft.com/office/drawing/2014/main" id="{C9936C4A-86CE-AC44-7715-4673D50A0B71}"/>
              </a:ext>
            </a:extLst>
          </p:cNvPr>
          <p:cNvSpPr>
            <a:spLocks noGrp="1"/>
          </p:cNvSpPr>
          <p:nvPr>
            <p:ph type="body" sz="quarter" idx="11"/>
          </p:nvPr>
        </p:nvSpPr>
        <p:spPr>
          <a:xfrm>
            <a:off x="10259732" y="852829"/>
            <a:ext cx="1777264" cy="2585323"/>
          </a:xfrm>
        </p:spPr>
        <p:txBody>
          <a:bodyPr/>
          <a:lstStyle/>
          <a:p>
            <a:r>
              <a:rPr lang="en-US" dirty="0"/>
              <a:t>Learning Outcomes</a:t>
            </a:r>
          </a:p>
          <a:p>
            <a:pPr lvl="1"/>
            <a:r>
              <a:rPr lang="en-US" dirty="0"/>
              <a:t>I will expand and reduce sentences.</a:t>
            </a:r>
          </a:p>
          <a:p>
            <a:pPr lvl="2"/>
            <a:r>
              <a:rPr lang="en-US" dirty="0"/>
              <a:t>Teach</a:t>
            </a:r>
          </a:p>
          <a:p>
            <a:pPr lvl="3"/>
            <a:r>
              <a:rPr lang="en-US" dirty="0">
                <a:solidFill>
                  <a:srgbClr val="0070C0"/>
                </a:solidFill>
              </a:rPr>
              <a:t>Writers expand sentences to add important details that help readers better understand what is happening.</a:t>
            </a:r>
          </a:p>
          <a:p>
            <a:pPr lvl="3"/>
            <a:r>
              <a:rPr lang="en-US" dirty="0">
                <a:solidFill>
                  <a:srgbClr val="0070C0"/>
                </a:solidFill>
              </a:rPr>
              <a:t>When expanding a sentence, writers think carefully about which details will help the reader clearly picture the idea. </a:t>
            </a:r>
          </a:p>
        </p:txBody>
      </p:sp>
      <p:sp>
        <p:nvSpPr>
          <p:cNvPr id="16" name="Text Placeholder 12">
            <a:extLst>
              <a:ext uri="{FF2B5EF4-FFF2-40B4-BE49-F238E27FC236}">
                <a16:creationId xmlns:a16="http://schemas.microsoft.com/office/drawing/2014/main" id="{B5CBE298-32CB-71F8-DE6D-9CEE0CCF242B}"/>
              </a:ext>
            </a:extLst>
          </p:cNvPr>
          <p:cNvSpPr txBox="1">
            <a:spLocks/>
          </p:cNvSpPr>
          <p:nvPr/>
        </p:nvSpPr>
        <p:spPr>
          <a:xfrm>
            <a:off x="6272705" y="3769436"/>
            <a:ext cx="1893670" cy="1803147"/>
          </a:xfrm>
          <a:prstGeom prst="rect">
            <a:avLst/>
          </a:prstGeom>
          <a:ln>
            <a:noFill/>
          </a:ln>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dirty="0">
                <a:latin typeface="Verdana"/>
                <a:ea typeface="Verdana"/>
              </a:rPr>
              <a:t>When?</a:t>
            </a:r>
          </a:p>
          <a:p>
            <a:pPr marL="285750" indent="-285750">
              <a:lnSpc>
                <a:spcPct val="150000"/>
              </a:lnSpc>
            </a:pPr>
            <a:r>
              <a:rPr lang="en-US" dirty="0">
                <a:latin typeface="Verdana"/>
                <a:ea typeface="Verdana"/>
              </a:rPr>
              <a:t>Why?</a:t>
            </a:r>
          </a:p>
          <a:p>
            <a:pPr marL="285750" indent="-285750">
              <a:lnSpc>
                <a:spcPct val="150000"/>
              </a:lnSpc>
            </a:pPr>
            <a:r>
              <a:rPr lang="en-US" dirty="0">
                <a:latin typeface="Verdana"/>
                <a:ea typeface="Verdana"/>
              </a:rPr>
              <a:t>How?</a:t>
            </a:r>
          </a:p>
        </p:txBody>
      </p:sp>
      <p:pic>
        <p:nvPicPr>
          <p:cNvPr id="17" name="Picture 16" descr="A screenshot of a computer&#10;&#10;AI-generated content may be incorrect.">
            <a:extLst>
              <a:ext uri="{FF2B5EF4-FFF2-40B4-BE49-F238E27FC236}">
                <a16:creationId xmlns:a16="http://schemas.microsoft.com/office/drawing/2014/main" id="{7CD9FA3D-D2A5-0DAE-BC8D-36DCDC3419CF}"/>
              </a:ext>
            </a:extLst>
          </p:cNvPr>
          <p:cNvPicPr>
            <a:picLocks noChangeAspect="1"/>
          </p:cNvPicPr>
          <p:nvPr/>
        </p:nvPicPr>
        <p:blipFill>
          <a:blip r:embed="rId3"/>
          <a:stretch>
            <a:fillRect/>
          </a:stretch>
        </p:blipFill>
        <p:spPr>
          <a:xfrm>
            <a:off x="3049486" y="1055814"/>
            <a:ext cx="6482891" cy="1699285"/>
          </a:xfrm>
          <a:prstGeom prst="rect">
            <a:avLst/>
          </a:prstGeom>
          <a:ln w="19050">
            <a:solidFill>
              <a:schemeClr val="tx1"/>
            </a:solidFill>
          </a:ln>
        </p:spPr>
      </p:pic>
    </p:spTree>
    <p:extLst>
      <p:ext uri="{BB962C8B-B14F-4D97-AF65-F5344CB8AC3E}">
        <p14:creationId xmlns:p14="http://schemas.microsoft.com/office/powerpoint/2010/main" val="189082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756AF-BC32-BB5D-5360-A19880833F5D}"/>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7BB5D21B-DA45-2B2C-3AA0-13517DD433E8}"/>
              </a:ext>
            </a:extLst>
          </p:cNvPr>
          <p:cNvSpPr>
            <a:spLocks noGrp="1"/>
          </p:cNvSpPr>
          <p:nvPr>
            <p:ph type="body" sz="quarter" idx="13"/>
          </p:nvPr>
        </p:nvSpPr>
        <p:spPr>
          <a:xfrm>
            <a:off x="3491773" y="3629490"/>
            <a:ext cx="1893670" cy="1803147"/>
          </a:xfrm>
          <a:ln>
            <a:noFill/>
          </a:ln>
        </p:spPr>
        <p:txBody>
          <a:bodyPr/>
          <a:lstStyle/>
          <a:p>
            <a:pPr marL="285750" indent="-285750">
              <a:lnSpc>
                <a:spcPct val="150000"/>
              </a:lnSpc>
            </a:pPr>
            <a:r>
              <a:rPr lang="en-US" dirty="0">
                <a:latin typeface="Verdana"/>
                <a:ea typeface="Verdana"/>
              </a:rPr>
              <a:t>Who?</a:t>
            </a:r>
          </a:p>
          <a:p>
            <a:pPr marL="285750" indent="-285750">
              <a:lnSpc>
                <a:spcPct val="150000"/>
              </a:lnSpc>
            </a:pPr>
            <a:r>
              <a:rPr lang="en-US" dirty="0">
                <a:latin typeface="Verdana"/>
                <a:ea typeface="Verdana"/>
              </a:rPr>
              <a:t>What?</a:t>
            </a:r>
          </a:p>
          <a:p>
            <a:pPr marL="285750" indent="-285750">
              <a:lnSpc>
                <a:spcPct val="150000"/>
              </a:lnSpc>
            </a:pPr>
            <a:r>
              <a:rPr lang="en-US" dirty="0">
                <a:latin typeface="Verdana"/>
                <a:ea typeface="Verdana"/>
              </a:rPr>
              <a:t>Where?</a:t>
            </a:r>
          </a:p>
        </p:txBody>
      </p:sp>
      <p:sp>
        <p:nvSpPr>
          <p:cNvPr id="14" name="Text Placeholder 13">
            <a:extLst>
              <a:ext uri="{FF2B5EF4-FFF2-40B4-BE49-F238E27FC236}">
                <a16:creationId xmlns:a16="http://schemas.microsoft.com/office/drawing/2014/main" id="{5B473EC4-098A-9C5C-88DE-156EA6FF8BA4}"/>
              </a:ext>
            </a:extLst>
          </p:cNvPr>
          <p:cNvSpPr>
            <a:spLocks noGrp="1"/>
          </p:cNvSpPr>
          <p:nvPr>
            <p:ph type="body" sz="quarter" idx="14"/>
          </p:nvPr>
        </p:nvSpPr>
        <p:spPr>
          <a:xfrm>
            <a:off x="3491773" y="3143980"/>
            <a:ext cx="2167128" cy="570039"/>
          </a:xfrm>
        </p:spPr>
        <p:txBody>
          <a:bodyPr/>
          <a:lstStyle/>
          <a:p>
            <a:r>
              <a:rPr lang="en-US" dirty="0"/>
              <a:t>Ask Yourself: </a:t>
            </a:r>
          </a:p>
        </p:txBody>
      </p:sp>
      <p:sp>
        <p:nvSpPr>
          <p:cNvPr id="3" name="Text Placeholder 2">
            <a:extLst>
              <a:ext uri="{FF2B5EF4-FFF2-40B4-BE49-F238E27FC236}">
                <a16:creationId xmlns:a16="http://schemas.microsoft.com/office/drawing/2014/main" id="{7C1F70E2-B70E-549E-406D-19ADCA8C453A}"/>
              </a:ext>
            </a:extLst>
          </p:cNvPr>
          <p:cNvSpPr>
            <a:spLocks noGrp="1"/>
          </p:cNvSpPr>
          <p:nvPr>
            <p:ph type="body" sz="quarter" idx="10"/>
          </p:nvPr>
        </p:nvSpPr>
        <p:spPr>
          <a:xfrm>
            <a:off x="155004" y="874020"/>
            <a:ext cx="2167128" cy="2354491"/>
          </a:xfrm>
        </p:spPr>
        <p:txBody>
          <a:bodyPr/>
          <a:lstStyle/>
          <a:p>
            <a:r>
              <a:rPr lang="en-US" dirty="0"/>
              <a:t>Collaborate</a:t>
            </a:r>
          </a:p>
          <a:p>
            <a:pPr lvl="1"/>
            <a:r>
              <a:rPr lang="en-US" dirty="0"/>
              <a:t>Turn and Talk: What additional details would help the reader better understand this sentence? </a:t>
            </a:r>
          </a:p>
          <a:p>
            <a:pPr lvl="1"/>
            <a:r>
              <a:rPr lang="en-US" dirty="0"/>
              <a:t>Record your expanded sentence.</a:t>
            </a:r>
          </a:p>
        </p:txBody>
      </p:sp>
      <p:sp>
        <p:nvSpPr>
          <p:cNvPr id="4" name="Text Placeholder 3">
            <a:extLst>
              <a:ext uri="{FF2B5EF4-FFF2-40B4-BE49-F238E27FC236}">
                <a16:creationId xmlns:a16="http://schemas.microsoft.com/office/drawing/2014/main" id="{3DE6E096-9B66-D6B5-3B4A-A575E1BF3D99}"/>
              </a:ext>
            </a:extLst>
          </p:cNvPr>
          <p:cNvSpPr>
            <a:spLocks noGrp="1"/>
          </p:cNvSpPr>
          <p:nvPr>
            <p:ph type="body" sz="quarter" idx="11"/>
          </p:nvPr>
        </p:nvSpPr>
        <p:spPr>
          <a:xfrm>
            <a:off x="10259732" y="852829"/>
            <a:ext cx="1777264" cy="559127"/>
          </a:xfrm>
        </p:spPr>
        <p:txBody>
          <a:bodyPr/>
          <a:lstStyle/>
          <a:p>
            <a:r>
              <a:rPr lang="en-US" dirty="0"/>
              <a:t>Learning Outcomes</a:t>
            </a:r>
          </a:p>
          <a:p>
            <a:pPr lvl="1"/>
            <a:r>
              <a:rPr lang="en-US" dirty="0"/>
              <a:t>I will expand and reduce sentences.</a:t>
            </a:r>
          </a:p>
        </p:txBody>
      </p:sp>
      <p:sp>
        <p:nvSpPr>
          <p:cNvPr id="15" name="Text Placeholder 14">
            <a:extLst>
              <a:ext uri="{FF2B5EF4-FFF2-40B4-BE49-F238E27FC236}">
                <a16:creationId xmlns:a16="http://schemas.microsoft.com/office/drawing/2014/main" id="{E6A2D1EF-8E67-8A03-0014-641E6C7D020F}"/>
              </a:ext>
            </a:extLst>
          </p:cNvPr>
          <p:cNvSpPr>
            <a:spLocks noGrp="1"/>
          </p:cNvSpPr>
          <p:nvPr>
            <p:ph type="body" sz="quarter" idx="18"/>
          </p:nvPr>
        </p:nvSpPr>
        <p:spPr>
          <a:xfrm>
            <a:off x="155004" y="5577381"/>
            <a:ext cx="2167128" cy="1097736"/>
          </a:xfrm>
        </p:spPr>
        <p:txBody>
          <a:bodyPr/>
          <a:lstStyle/>
          <a:p>
            <a:r>
              <a:rPr lang="en-US" dirty="0"/>
              <a:t>Turn and Talk</a:t>
            </a:r>
          </a:p>
          <a:p>
            <a:pPr lvl="1">
              <a:buFont typeface="Arial" panose="020B0604020202020204" pitchFamily="34" charset="0"/>
              <a:buChar char="•"/>
            </a:pPr>
            <a:r>
              <a:rPr lang="en-US" dirty="0"/>
              <a:t>Listen</a:t>
            </a:r>
          </a:p>
          <a:p>
            <a:pPr lvl="1">
              <a:buFont typeface="Arial" panose="020B0604020202020204" pitchFamily="34" charset="0"/>
              <a:buChar char="•"/>
            </a:pPr>
            <a:r>
              <a:rPr lang="en-US" dirty="0"/>
              <a:t>Think</a:t>
            </a:r>
          </a:p>
          <a:p>
            <a:pPr lvl="1">
              <a:buFont typeface="Arial" panose="020B0604020202020204" pitchFamily="34" charset="0"/>
              <a:buChar char="•"/>
            </a:pPr>
            <a:r>
              <a:rPr lang="en-US" dirty="0"/>
              <a:t>Turn</a:t>
            </a:r>
          </a:p>
          <a:p>
            <a:pPr lvl="1">
              <a:buFont typeface="Arial" panose="020B0604020202020204" pitchFamily="34" charset="0"/>
              <a:buChar char="•"/>
            </a:pPr>
            <a:r>
              <a:rPr lang="en-US" dirty="0"/>
              <a:t>Talk</a:t>
            </a:r>
          </a:p>
        </p:txBody>
      </p:sp>
      <p:sp>
        <p:nvSpPr>
          <p:cNvPr id="16" name="Text Placeholder 12">
            <a:extLst>
              <a:ext uri="{FF2B5EF4-FFF2-40B4-BE49-F238E27FC236}">
                <a16:creationId xmlns:a16="http://schemas.microsoft.com/office/drawing/2014/main" id="{3907CF25-3415-0A97-FBE2-5C22564E879A}"/>
              </a:ext>
            </a:extLst>
          </p:cNvPr>
          <p:cNvSpPr txBox="1">
            <a:spLocks/>
          </p:cNvSpPr>
          <p:nvPr/>
        </p:nvSpPr>
        <p:spPr>
          <a:xfrm>
            <a:off x="7387835" y="3629490"/>
            <a:ext cx="1893670" cy="1803147"/>
          </a:xfrm>
          <a:prstGeom prst="rect">
            <a:avLst/>
          </a:prstGeom>
          <a:ln>
            <a:noFill/>
          </a:ln>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dirty="0">
                <a:latin typeface="Verdana"/>
                <a:ea typeface="Verdana"/>
              </a:rPr>
              <a:t>When?</a:t>
            </a:r>
          </a:p>
          <a:p>
            <a:pPr marL="285750" indent="-285750">
              <a:lnSpc>
                <a:spcPct val="150000"/>
              </a:lnSpc>
            </a:pPr>
            <a:r>
              <a:rPr lang="en-US" dirty="0">
                <a:latin typeface="Verdana"/>
                <a:ea typeface="Verdana"/>
              </a:rPr>
              <a:t>Why?</a:t>
            </a:r>
          </a:p>
          <a:p>
            <a:pPr marL="285750" indent="-285750">
              <a:lnSpc>
                <a:spcPct val="150000"/>
              </a:lnSpc>
            </a:pPr>
            <a:r>
              <a:rPr lang="en-US" dirty="0">
                <a:latin typeface="Verdana"/>
                <a:ea typeface="Verdana"/>
              </a:rPr>
              <a:t>How?</a:t>
            </a:r>
          </a:p>
        </p:txBody>
      </p:sp>
      <p:sp>
        <p:nvSpPr>
          <p:cNvPr id="5" name="Text Placeholder 13">
            <a:extLst>
              <a:ext uri="{FF2B5EF4-FFF2-40B4-BE49-F238E27FC236}">
                <a16:creationId xmlns:a16="http://schemas.microsoft.com/office/drawing/2014/main" id="{7C4555A9-AC71-914B-0EBF-591CC8D2258F}"/>
              </a:ext>
            </a:extLst>
          </p:cNvPr>
          <p:cNvSpPr txBox="1">
            <a:spLocks/>
          </p:cNvSpPr>
          <p:nvPr/>
        </p:nvSpPr>
        <p:spPr>
          <a:xfrm>
            <a:off x="3591347" y="1338458"/>
            <a:ext cx="5137426" cy="1661993"/>
          </a:xfrm>
          <a:prstGeom prst="rect">
            <a:avLst/>
          </a:prstGeom>
        </p:spPr>
        <p:txBody>
          <a:bodyPr lIns="0"/>
          <a:lstStyle>
            <a:lvl1pPr marL="0" indent="0" algn="l" defTabSz="914400" rtl="0" eaLnBrk="1" latinLnBrk="0" hangingPunct="1">
              <a:lnSpc>
                <a:spcPct val="90000"/>
              </a:lnSpc>
              <a:spcBef>
                <a:spcPts val="1000"/>
              </a:spcBef>
              <a:buFont typeface="Arial" panose="020B0604020202020204" pitchFamily="34" charset="0"/>
              <a:buNone/>
              <a:defRPr sz="2000" b="1"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Practice Expanding a Sentence:</a:t>
            </a:r>
          </a:p>
          <a:p>
            <a:endParaRPr lang="en-US" dirty="0"/>
          </a:p>
          <a:p>
            <a:pPr marL="342900" indent="-342900">
              <a:buFont typeface="Arial" panose="020B0604020202020204" pitchFamily="34" charset="0"/>
              <a:buChar char="•"/>
            </a:pPr>
            <a:r>
              <a:rPr lang="en-US" b="0" dirty="0">
                <a:latin typeface="Verdana"/>
                <a:ea typeface="Verdana"/>
              </a:rPr>
              <a:t>Then, she began to cook. </a:t>
            </a:r>
            <a:endParaRPr lang="en-US" b="0" dirty="0"/>
          </a:p>
        </p:txBody>
      </p:sp>
    </p:spTree>
    <p:extLst>
      <p:ext uri="{BB962C8B-B14F-4D97-AF65-F5344CB8AC3E}">
        <p14:creationId xmlns:p14="http://schemas.microsoft.com/office/powerpoint/2010/main" val="1107232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D315-635F-7A0C-9F0C-C8B09CDCDD0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D5BC90D-FB3C-4B2E-0BF3-FA47C9975555}"/>
              </a:ext>
            </a:extLst>
          </p:cNvPr>
          <p:cNvSpPr>
            <a:spLocks noGrp="1"/>
          </p:cNvSpPr>
          <p:nvPr>
            <p:ph type="body" sz="quarter" idx="10"/>
          </p:nvPr>
        </p:nvSpPr>
        <p:spPr>
          <a:xfrm>
            <a:off x="155004" y="874020"/>
            <a:ext cx="2167128" cy="2139047"/>
          </a:xfrm>
        </p:spPr>
        <p:txBody>
          <a:bodyPr/>
          <a:lstStyle/>
          <a:p>
            <a:r>
              <a:rPr lang="en-US" dirty="0"/>
              <a:t>Collaborate</a:t>
            </a:r>
          </a:p>
          <a:p>
            <a:pPr lvl="1"/>
            <a:r>
              <a:rPr lang="en-US" dirty="0"/>
              <a:t>What part of the sentence was removed?</a:t>
            </a:r>
          </a:p>
          <a:p>
            <a:pPr lvl="1"/>
            <a:r>
              <a:rPr lang="en-US" dirty="0"/>
              <a:t>How did reducing the sentence improve the writing?</a:t>
            </a:r>
          </a:p>
        </p:txBody>
      </p:sp>
      <p:sp>
        <p:nvSpPr>
          <p:cNvPr id="4" name="Text Placeholder 3">
            <a:extLst>
              <a:ext uri="{FF2B5EF4-FFF2-40B4-BE49-F238E27FC236}">
                <a16:creationId xmlns:a16="http://schemas.microsoft.com/office/drawing/2014/main" id="{EEC23D2F-19A9-6D70-1563-01C8858AA974}"/>
              </a:ext>
            </a:extLst>
          </p:cNvPr>
          <p:cNvSpPr>
            <a:spLocks noGrp="1"/>
          </p:cNvSpPr>
          <p:nvPr>
            <p:ph type="body" sz="quarter" idx="11"/>
          </p:nvPr>
        </p:nvSpPr>
        <p:spPr>
          <a:xfrm>
            <a:off x="10259732" y="852829"/>
            <a:ext cx="1777264" cy="2169825"/>
          </a:xfrm>
        </p:spPr>
        <p:txBody>
          <a:bodyPr/>
          <a:lstStyle/>
          <a:p>
            <a:r>
              <a:rPr lang="en-US" dirty="0"/>
              <a:t>Learning Outcomes</a:t>
            </a:r>
          </a:p>
          <a:p>
            <a:pPr lvl="1"/>
            <a:r>
              <a:rPr lang="en-US" dirty="0"/>
              <a:t>I will expand and reduce sentences.</a:t>
            </a:r>
          </a:p>
          <a:p>
            <a:pPr lvl="2"/>
            <a:r>
              <a:rPr lang="en-US" dirty="0"/>
              <a:t>Teach</a:t>
            </a:r>
          </a:p>
          <a:p>
            <a:pPr lvl="3"/>
            <a:r>
              <a:rPr lang="en-US" dirty="0">
                <a:solidFill>
                  <a:srgbClr val="0070C0"/>
                </a:solidFill>
              </a:rPr>
              <a:t>Writers reduce sentences to make their ideas clearer and more concise.</a:t>
            </a:r>
          </a:p>
          <a:p>
            <a:pPr lvl="3"/>
            <a:r>
              <a:rPr lang="en-US" dirty="0">
                <a:solidFill>
                  <a:srgbClr val="0070C0"/>
                </a:solidFill>
              </a:rPr>
              <a:t>When reducing a sentence, writers remove unnecessary words or details, so the most important idea is clear.</a:t>
            </a:r>
          </a:p>
        </p:txBody>
      </p:sp>
      <p:sp>
        <p:nvSpPr>
          <p:cNvPr id="14" name="Text Placeholder 13">
            <a:extLst>
              <a:ext uri="{FF2B5EF4-FFF2-40B4-BE49-F238E27FC236}">
                <a16:creationId xmlns:a16="http://schemas.microsoft.com/office/drawing/2014/main" id="{E2C0A626-786E-C696-319A-ACC6AF59767A}"/>
              </a:ext>
            </a:extLst>
          </p:cNvPr>
          <p:cNvSpPr>
            <a:spLocks noGrp="1"/>
          </p:cNvSpPr>
          <p:nvPr>
            <p:ph type="body" sz="quarter" idx="18"/>
          </p:nvPr>
        </p:nvSpPr>
        <p:spPr/>
        <p:txBody>
          <a:bodyPr/>
          <a:lstStyle/>
          <a:p>
            <a:r>
              <a:rPr lang="en-US" dirty="0"/>
              <a:t>Ask Yourself: </a:t>
            </a:r>
          </a:p>
        </p:txBody>
      </p:sp>
      <p:pic>
        <p:nvPicPr>
          <p:cNvPr id="9" name="Picture 8" descr="A close-up of a writing report&#10;&#10;AI-generated content may be incorrect.">
            <a:extLst>
              <a:ext uri="{FF2B5EF4-FFF2-40B4-BE49-F238E27FC236}">
                <a16:creationId xmlns:a16="http://schemas.microsoft.com/office/drawing/2014/main" id="{50F2C570-E8E1-2FA0-172E-A25DE9C15FA9}"/>
              </a:ext>
            </a:extLst>
          </p:cNvPr>
          <p:cNvPicPr>
            <a:picLocks noChangeAspect="1"/>
          </p:cNvPicPr>
          <p:nvPr/>
        </p:nvPicPr>
        <p:blipFill>
          <a:blip r:embed="rId3"/>
          <a:srcRect l="1970" t="49681" r="54297" b="19659"/>
          <a:stretch>
            <a:fillRect/>
          </a:stretch>
        </p:blipFill>
        <p:spPr>
          <a:xfrm>
            <a:off x="2625725" y="903604"/>
            <a:ext cx="7216775" cy="3267533"/>
          </a:xfrm>
          <a:prstGeom prst="rect">
            <a:avLst/>
          </a:prstGeom>
          <a:ln w="19050">
            <a:solidFill>
              <a:schemeClr val="tx1"/>
            </a:solidFill>
          </a:ln>
        </p:spPr>
      </p:pic>
    </p:spTree>
    <p:extLst>
      <p:ext uri="{BB962C8B-B14F-4D97-AF65-F5344CB8AC3E}">
        <p14:creationId xmlns:p14="http://schemas.microsoft.com/office/powerpoint/2010/main" val="160537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37D70B3-A427-77B8-8553-5C9C4DB096E3}"/>
              </a:ext>
            </a:extLst>
          </p:cNvPr>
          <p:cNvSpPr>
            <a:spLocks noGrp="1"/>
          </p:cNvSpPr>
          <p:nvPr>
            <p:ph type="body" sz="quarter" idx="13"/>
          </p:nvPr>
        </p:nvSpPr>
        <p:spPr>
          <a:xfrm>
            <a:off x="2689088" y="1477935"/>
            <a:ext cx="7153704" cy="1394357"/>
          </a:xfrm>
        </p:spPr>
        <p:txBody>
          <a:bodyPr/>
          <a:lstStyle/>
          <a:p>
            <a:r>
              <a:rPr lang="en-US" dirty="0"/>
              <a:t>The cook lifted the lid on the pot of water to check to see if it was boiling yet.</a:t>
            </a:r>
          </a:p>
        </p:txBody>
      </p:sp>
      <p:sp>
        <p:nvSpPr>
          <p:cNvPr id="6" name="Text Placeholder 5">
            <a:extLst>
              <a:ext uri="{FF2B5EF4-FFF2-40B4-BE49-F238E27FC236}">
                <a16:creationId xmlns:a16="http://schemas.microsoft.com/office/drawing/2014/main" id="{6BF23A34-911D-A055-E300-8366A4376511}"/>
              </a:ext>
            </a:extLst>
          </p:cNvPr>
          <p:cNvSpPr>
            <a:spLocks noGrp="1"/>
          </p:cNvSpPr>
          <p:nvPr>
            <p:ph type="body" sz="quarter" idx="14"/>
          </p:nvPr>
        </p:nvSpPr>
        <p:spPr/>
        <p:txBody>
          <a:bodyPr/>
          <a:lstStyle/>
          <a:p>
            <a:r>
              <a:rPr lang="en-US" dirty="0"/>
              <a:t>Practice Reducing a Sentence</a:t>
            </a:r>
          </a:p>
        </p:txBody>
      </p:sp>
      <p:sp>
        <p:nvSpPr>
          <p:cNvPr id="2" name="Text Placeholder 1">
            <a:extLst>
              <a:ext uri="{FF2B5EF4-FFF2-40B4-BE49-F238E27FC236}">
                <a16:creationId xmlns:a16="http://schemas.microsoft.com/office/drawing/2014/main" id="{E7146D2B-31F2-0638-C17B-B6FF68891F6C}"/>
              </a:ext>
            </a:extLst>
          </p:cNvPr>
          <p:cNvSpPr>
            <a:spLocks noGrp="1"/>
          </p:cNvSpPr>
          <p:nvPr>
            <p:ph type="body" sz="quarter" idx="10"/>
          </p:nvPr>
        </p:nvSpPr>
        <p:spPr>
          <a:xfrm>
            <a:off x="155004" y="874020"/>
            <a:ext cx="2167128" cy="2139047"/>
          </a:xfrm>
        </p:spPr>
        <p:txBody>
          <a:bodyPr/>
          <a:lstStyle/>
          <a:p>
            <a:r>
              <a:rPr lang="en-US" dirty="0"/>
              <a:t>Collaborate</a:t>
            </a:r>
          </a:p>
          <a:p>
            <a:pPr lvl="1"/>
            <a:r>
              <a:rPr lang="en-US" dirty="0"/>
              <a:t>Turn and Talk: What information can be removed to make this sentence more concise?</a:t>
            </a:r>
          </a:p>
          <a:p>
            <a:pPr lvl="1"/>
            <a:r>
              <a:rPr lang="en-US" dirty="0"/>
              <a:t>Record your reduced sentence.</a:t>
            </a:r>
          </a:p>
        </p:txBody>
      </p:sp>
      <p:sp>
        <p:nvSpPr>
          <p:cNvPr id="3" name="Text Placeholder 2">
            <a:extLst>
              <a:ext uri="{FF2B5EF4-FFF2-40B4-BE49-F238E27FC236}">
                <a16:creationId xmlns:a16="http://schemas.microsoft.com/office/drawing/2014/main" id="{43E547F4-A99B-668C-41D2-6B23D342EC99}"/>
              </a:ext>
            </a:extLst>
          </p:cNvPr>
          <p:cNvSpPr>
            <a:spLocks noGrp="1"/>
          </p:cNvSpPr>
          <p:nvPr>
            <p:ph type="body" sz="quarter" idx="11"/>
          </p:nvPr>
        </p:nvSpPr>
        <p:spPr>
          <a:xfrm>
            <a:off x="10259732" y="852829"/>
            <a:ext cx="1777264" cy="1287532"/>
          </a:xfrm>
        </p:spPr>
        <p:txBody>
          <a:bodyPr/>
          <a:lstStyle/>
          <a:p>
            <a:r>
              <a:rPr lang="en-US" dirty="0"/>
              <a:t>Learning Outcomes</a:t>
            </a:r>
          </a:p>
          <a:p>
            <a:pPr lvl="1"/>
            <a:r>
              <a:rPr lang="en-US" dirty="0"/>
              <a:t>I will expand and reduce sentences.</a:t>
            </a:r>
          </a:p>
          <a:p>
            <a:pPr lvl="2"/>
            <a:r>
              <a:rPr lang="en-US" dirty="0"/>
              <a:t>Teach</a:t>
            </a:r>
          </a:p>
          <a:p>
            <a:pPr lvl="4"/>
            <a:r>
              <a:rPr lang="en-US" dirty="0">
                <a:solidFill>
                  <a:schemeClr val="bg1">
                    <a:lumMod val="50000"/>
                  </a:schemeClr>
                </a:solidFill>
              </a:rPr>
              <a:t>                 See notes.</a:t>
            </a:r>
          </a:p>
        </p:txBody>
      </p:sp>
      <p:sp>
        <p:nvSpPr>
          <p:cNvPr id="7" name="Text Placeholder 6">
            <a:extLst>
              <a:ext uri="{FF2B5EF4-FFF2-40B4-BE49-F238E27FC236}">
                <a16:creationId xmlns:a16="http://schemas.microsoft.com/office/drawing/2014/main" id="{80FF65DD-C176-09AA-1A45-BB403EE63115}"/>
              </a:ext>
            </a:extLst>
          </p:cNvPr>
          <p:cNvSpPr>
            <a:spLocks noGrp="1"/>
          </p:cNvSpPr>
          <p:nvPr>
            <p:ph type="body" sz="quarter" idx="18"/>
          </p:nvPr>
        </p:nvSpPr>
        <p:spPr>
          <a:xfrm>
            <a:off x="155004" y="5577381"/>
            <a:ext cx="2167128" cy="1097736"/>
          </a:xfrm>
        </p:spPr>
        <p:txBody>
          <a:bodyPr/>
          <a:lstStyle/>
          <a:p>
            <a:r>
              <a:rPr lang="en-US" dirty="0"/>
              <a:t>Turn and Talk</a:t>
            </a:r>
          </a:p>
          <a:p>
            <a:pPr lvl="1"/>
            <a:r>
              <a:rPr lang="en-US" dirty="0"/>
              <a:t>Listen</a:t>
            </a:r>
          </a:p>
          <a:p>
            <a:pPr lvl="1"/>
            <a:r>
              <a:rPr lang="en-US" dirty="0"/>
              <a:t>Think</a:t>
            </a:r>
          </a:p>
          <a:p>
            <a:pPr lvl="1"/>
            <a:r>
              <a:rPr lang="en-US" dirty="0"/>
              <a:t>Turn</a:t>
            </a:r>
          </a:p>
          <a:p>
            <a:pPr lvl="1"/>
            <a:r>
              <a:rPr lang="en-US" dirty="0"/>
              <a:t>Talk</a:t>
            </a:r>
          </a:p>
        </p:txBody>
      </p:sp>
      <p:pic>
        <p:nvPicPr>
          <p:cNvPr id="15" name="Picture 14" descr="A pot on a stove&#10;&#10;AI-generated content may be incorrect.">
            <a:extLst>
              <a:ext uri="{FF2B5EF4-FFF2-40B4-BE49-F238E27FC236}">
                <a16:creationId xmlns:a16="http://schemas.microsoft.com/office/drawing/2014/main" id="{A5B639F0-4AA1-2DAB-3391-25C86346B8BC}"/>
              </a:ext>
            </a:extLst>
          </p:cNvPr>
          <p:cNvPicPr>
            <a:picLocks noChangeAspect="1"/>
          </p:cNvPicPr>
          <p:nvPr/>
        </p:nvPicPr>
        <p:blipFill>
          <a:blip r:embed="rId3"/>
          <a:srcRect t="26207"/>
          <a:stretch>
            <a:fillRect/>
          </a:stretch>
        </p:blipFill>
        <p:spPr>
          <a:xfrm>
            <a:off x="3338904" y="2872292"/>
            <a:ext cx="6059925" cy="3272315"/>
          </a:xfrm>
          <a:prstGeom prst="rect">
            <a:avLst/>
          </a:prstGeom>
          <a:ln w="19050">
            <a:solidFill>
              <a:schemeClr val="tx1"/>
            </a:solidFill>
          </a:ln>
        </p:spPr>
      </p:pic>
      <p:pic>
        <p:nvPicPr>
          <p:cNvPr id="16" name="Picture 15" descr="A blue text on a black background&#10;&#10;Description automatically generated">
            <a:extLst>
              <a:ext uri="{FF2B5EF4-FFF2-40B4-BE49-F238E27FC236}">
                <a16:creationId xmlns:a16="http://schemas.microsoft.com/office/drawing/2014/main" id="{955F7890-8997-0ADA-333A-F9629D431BCF}"/>
              </a:ext>
            </a:extLst>
          </p:cNvPr>
          <p:cNvPicPr>
            <a:picLocks noChangeAspect="1"/>
          </p:cNvPicPr>
          <p:nvPr/>
        </p:nvPicPr>
        <p:blipFill>
          <a:blip r:embed="rId4"/>
          <a:stretch>
            <a:fillRect/>
          </a:stretch>
        </p:blipFill>
        <p:spPr>
          <a:xfrm>
            <a:off x="10425674" y="1911269"/>
            <a:ext cx="745113" cy="230832"/>
          </a:xfrm>
          <a:prstGeom prst="rect">
            <a:avLst/>
          </a:prstGeom>
        </p:spPr>
      </p:pic>
    </p:spTree>
    <p:extLst>
      <p:ext uri="{BB962C8B-B14F-4D97-AF65-F5344CB8AC3E}">
        <p14:creationId xmlns:p14="http://schemas.microsoft.com/office/powerpoint/2010/main" val="1018166703"/>
      </p:ext>
    </p:extLst>
  </p:cSld>
  <p:clrMapOvr>
    <a:masterClrMapping/>
  </p:clrMapOvr>
</p:sld>
</file>

<file path=ppt/theme/theme1.xml><?xml version="1.0" encoding="utf-8"?>
<a:theme xmlns:a="http://schemas.openxmlformats.org/drawingml/2006/main" name="G2-5 Writing Opening Slid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2.xml><?xml version="1.0" encoding="utf-8"?>
<a:theme xmlns:a="http://schemas.openxmlformats.org/drawingml/2006/main" name="G2-5 Writing Learning Outcome 2">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3.xml><?xml version="1.0" encoding="utf-8"?>
<a:theme xmlns:a="http://schemas.openxmlformats.org/drawingml/2006/main" name="G2-5 Writing Learning Outcome 1">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4.xml><?xml version="1.0" encoding="utf-8"?>
<a:theme xmlns:a="http://schemas.openxmlformats.org/drawingml/2006/main" name="Grades 2-5 Writing Master Layou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G2-5 Sample Modeling Writing">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c81ec0d-aa0c-4e87-adae-19f56cc640e9" xsi:nil="true"/>
    <lcf76f155ced4ddcb4097134ff3c332f xmlns="3fcecda0-f7b9-4a9a-a09e-07393f62047f">
      <Terms xmlns="http://schemas.microsoft.com/office/infopath/2007/PartnerControls"/>
    </lcf76f155ced4ddcb4097134ff3c332f>
    <_ip_UnifiedCompliancePolicyUIAction xmlns="http://schemas.microsoft.com/sharepoint/v3" xsi:nil="true"/>
    <Notes xmlns="3fcecda0-f7b9-4a9a-a09e-07393f62047f" xsi:nil="true"/>
    <_Flow_SignoffStatus xmlns="3fcecda0-f7b9-4a9a-a09e-07393f62047f" xsi:nil="true"/>
    <_ip_UnifiedCompliancePolicyProperties xmlns="http://schemas.microsoft.com/sharepoint/v3" xsi:nil="true"/>
    <MediaLengthInSeconds xmlns="3fcecda0-f7b9-4a9a-a09e-07393f62047f" xsi:nil="true"/>
    <SharedWithUsers xmlns="9c81ec0d-aa0c-4e87-adae-19f56cc640e9">
      <UserInfo>
        <DisplayName>Stephanie Seemann</DisplayName>
        <AccountId>425</AccountId>
        <AccountType/>
      </UserInfo>
      <UserInfo>
        <DisplayName>Barbara Andrews</DisplayName>
        <AccountId>278</AccountId>
        <AccountType/>
      </UserInfo>
      <UserInfo>
        <DisplayName>Shauna Williams</DisplayName>
        <AccountId>153</AccountId>
        <AccountType/>
      </UserInfo>
      <UserInfo>
        <DisplayName>Maria Campanario</DisplayName>
        <AccountId>4242</AccountId>
        <AccountType/>
      </UserInfo>
      <UserInfo>
        <DisplayName>Kimberli Kern</DisplayName>
        <AccountId>289</AccountId>
        <AccountType/>
      </UserInfo>
      <UserInfo>
        <DisplayName>Daniel Pai 白峻豪</DisplayName>
        <AccountId>39133</AccountId>
        <AccountType/>
      </UserInfo>
      <UserInfo>
        <DisplayName>Faith Hinkle</DisplayName>
        <AccountId>38275</AccountId>
        <AccountType/>
      </UserInfo>
      <UserInfo>
        <DisplayName>Liz Cheong</DisplayName>
        <AccountId>251</AccountId>
        <AccountType/>
      </UserInfo>
      <UserInfo>
        <DisplayName>Zahid Khokhar</DisplayName>
        <AccountId>51230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AA81958DC084408AFBF0B55E9068CD" ma:contentTypeVersion="20" ma:contentTypeDescription="Create a new document." ma:contentTypeScope="" ma:versionID="a8d42d133a2a4c95f6d7a30aa9c9cbe9">
  <xsd:schema xmlns:xsd="http://www.w3.org/2001/XMLSchema" xmlns:xs="http://www.w3.org/2001/XMLSchema" xmlns:p="http://schemas.microsoft.com/office/2006/metadata/properties" xmlns:ns1="http://schemas.microsoft.com/sharepoint/v3" xmlns:ns2="3fcecda0-f7b9-4a9a-a09e-07393f62047f" xmlns:ns3="9c81ec0d-aa0c-4e87-adae-19f56cc640e9" targetNamespace="http://schemas.microsoft.com/office/2006/metadata/properties" ma:root="true" ma:fieldsID="e39fedf35a187910032fad5ac990d89a" ns1:_="" ns2:_="" ns3:_="">
    <xsd:import namespace="http://schemas.microsoft.com/sharepoint/v3"/>
    <xsd:import namespace="3fcecda0-f7b9-4a9a-a09e-07393f62047f"/>
    <xsd:import namespace="9c81ec0d-aa0c-4e87-adae-19f56cc640e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element ref="ns2:MediaServiceSearchProperties" minOccurs="0"/>
                <xsd:element ref="ns2:Notes" minOccurs="0"/>
                <xsd:element ref="ns2:_Flow_SignoffStatu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cecda0-f7b9-4a9a-a09e-07393f6204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154e35-e49a-408d-8a82-f57d87caad1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Notes" ma:index="23" nillable="true" ma:displayName="Notes" ma:description="Write notes about the contents of the folder" ma:format="Dropdown" ma:internalName="Notes">
      <xsd:simpleType>
        <xsd:restriction base="dms:Note">
          <xsd:maxLength value="255"/>
        </xsd:restriction>
      </xsd:simpleType>
    </xsd:element>
    <xsd:element name="_Flow_SignoffStatus" ma:index="24" nillable="true" ma:displayName="Sign-off status" ma:internalName="_x0024_Resources_x003a_core_x002c_Signoff_Status">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c81ec0d-aa0c-4e87-adae-19f56cc640e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e63a6ad-23bc-4a1b-a877-372b4fb1bb7f}" ma:internalName="TaxCatchAll" ma:showField="CatchAllData" ma:web="9c81ec0d-aa0c-4e87-adae-19f56cc640e9">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 Materials Called For"/>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70FF80-F1BE-4D8A-B3FA-5B6DCDC3932F}">
  <ds:schemaRefs>
    <ds:schemaRef ds:uri="http://schemas.microsoft.com/office/2006/metadata/properties"/>
    <ds:schemaRef ds:uri="http://www.w3.org/XML/1998/namespace"/>
    <ds:schemaRef ds:uri="http://schemas.microsoft.com/office/2006/documentManagement/types"/>
    <ds:schemaRef ds:uri="http://purl.org/dc/elements/1.1/"/>
    <ds:schemaRef ds:uri="3fcecda0-f7b9-4a9a-a09e-07393f62047f"/>
    <ds:schemaRef ds:uri="http://schemas.microsoft.com/sharepoint/v3"/>
    <ds:schemaRef ds:uri="http://purl.org/dc/terms/"/>
    <ds:schemaRef ds:uri="http://purl.org/dc/dcmitype/"/>
    <ds:schemaRef ds:uri="http://schemas.microsoft.com/office/infopath/2007/PartnerControls"/>
    <ds:schemaRef ds:uri="http://schemas.openxmlformats.org/package/2006/metadata/core-properties"/>
    <ds:schemaRef ds:uri="9c81ec0d-aa0c-4e87-adae-19f56cc640e9"/>
  </ds:schemaRefs>
</ds:datastoreItem>
</file>

<file path=customXml/itemProps2.xml><?xml version="1.0" encoding="utf-8"?>
<ds:datastoreItem xmlns:ds="http://schemas.openxmlformats.org/officeDocument/2006/customXml" ds:itemID="{4A50CFD8-30CB-4710-B484-98EE5424C6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fcecda0-f7b9-4a9a-a09e-07393f62047f"/>
    <ds:schemaRef ds:uri="9c81ec0d-aa0c-4e87-adae-19f56cc640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EC064D9-FCDD-4EC9-8AF2-839F2C5AD9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679</TotalTime>
  <Words>896</Words>
  <Application>Microsoft Macintosh PowerPoint</Application>
  <PresentationFormat>Widescreen</PresentationFormat>
  <Paragraphs>109</Paragraphs>
  <Slides>5</Slides>
  <Notes>4</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5</vt:i4>
      </vt:variant>
    </vt:vector>
  </HeadingPairs>
  <TitlesOfParts>
    <vt:vector size="19" baseType="lpstr">
      <vt:lpstr>MS PGothic</vt:lpstr>
      <vt:lpstr>.Lucida Grande UI Regular</vt:lpstr>
      <vt:lpstr>Arial</vt:lpstr>
      <vt:lpstr>Calibri</vt:lpstr>
      <vt:lpstr>Century Gothic</vt:lpstr>
      <vt:lpstr>Comic Sans MS</vt:lpstr>
      <vt:lpstr>Courier New</vt:lpstr>
      <vt:lpstr>Verdana</vt:lpstr>
      <vt:lpstr>Wingdings</vt:lpstr>
      <vt:lpstr>G2-5 Writing Opening Slide</vt:lpstr>
      <vt:lpstr>G2-5 Writing Learning Outcome 2</vt:lpstr>
      <vt:lpstr>G2-5 Writing Learning Outcome 1</vt:lpstr>
      <vt:lpstr>Grades 2-5 Writing Master Layout</vt:lpstr>
      <vt:lpstr>G2-5 Sample Modeling Writing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Reiser</dc:creator>
  <cp:lastModifiedBy>Christina Triantafillis</cp:lastModifiedBy>
  <cp:revision>146</cp:revision>
  <dcterms:created xsi:type="dcterms:W3CDTF">2026-07-01T17:06:04Z</dcterms:created>
  <dcterms:modified xsi:type="dcterms:W3CDTF">2026-09-03T16:41:30Z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0x010100D7AA81958DC084408AFBF0B55E9068CD</vt:lpwstr>
  </property>
  <property fmtid="{D5CDD505-2E9C-101B-9397-08002B2CF9AE}" pid="3" name="MediaServiceImageTags">
    <vt:lpwstr/>
  </property>
  <property fmtid="{D5CDD505-2E9C-101B-9397-08002B2CF9AE}" pid="4" name="Order">
    <vt:r8>11883400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WistiaLink">
    <vt:lpwstr>, </vt:lpwstr>
  </property>
</Properties>
</file>