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4"/>
    <p:sldMasterId id="2147483657" r:id="rId5"/>
    <p:sldMasterId id="2147483659" r:id="rId6"/>
    <p:sldMasterId id="2147483648" r:id="rId7"/>
    <p:sldMasterId id="2147483661" r:id="rId8"/>
  </p:sldMasterIdLst>
  <p:notesMasterIdLst>
    <p:notesMasterId r:id="rId14"/>
  </p:notesMasterIdLst>
  <p:sldIdLst>
    <p:sldId id="264" r:id="rId9"/>
    <p:sldId id="269" r:id="rId10"/>
    <p:sldId id="267" r:id="rId11"/>
    <p:sldId id="275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B9DC"/>
    <a:srgbClr val="813384"/>
    <a:srgbClr val="2AB295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A5237C-AA28-5C43-BBDD-8F075B1A8E46}" v="4" dt="2026-09-03T16:42:47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na Triantafillis" userId="4aecc5f4-7143-4b46-b8b6-f9cd3163dfab" providerId="ADAL" clId="{98F04E9E-6093-5F2D-A502-3311D62928B5}"/>
    <pc:docChg chg="custSel modSld modMainMaster">
      <pc:chgData name="Christina Triantafillis" userId="4aecc5f4-7143-4b46-b8b6-f9cd3163dfab" providerId="ADAL" clId="{98F04E9E-6093-5F2D-A502-3311D62928B5}" dt="2026-09-03T16:42:47.109" v="7" actId="6264"/>
      <pc:docMkLst>
        <pc:docMk/>
      </pc:docMkLst>
      <pc:sldChg chg="addSp delSp modSp mod chgLayout">
        <pc:chgData name="Christina Triantafillis" userId="4aecc5f4-7143-4b46-b8b6-f9cd3163dfab" providerId="ADAL" clId="{98F04E9E-6093-5F2D-A502-3311D62928B5}" dt="2026-09-03T16:42:47.109" v="7" actId="6264"/>
        <pc:sldMkLst>
          <pc:docMk/>
          <pc:sldMk cId="2716112897" sldId="264"/>
        </pc:sldMkLst>
        <pc:spChg chg="add del mod">
          <ac:chgData name="Christina Triantafillis" userId="4aecc5f4-7143-4b46-b8b6-f9cd3163dfab" providerId="ADAL" clId="{98F04E9E-6093-5F2D-A502-3311D62928B5}" dt="2026-09-03T16:42:47.109" v="7" actId="6264"/>
          <ac:spMkLst>
            <pc:docMk/>
            <pc:sldMk cId="2716112897" sldId="264"/>
            <ac:spMk id="2" creationId="{72151D44-618B-3B10-338E-BB8D85BBD779}"/>
          </ac:spMkLst>
        </pc:spChg>
        <pc:spChg chg="add del mod">
          <ac:chgData name="Christina Triantafillis" userId="4aecc5f4-7143-4b46-b8b6-f9cd3163dfab" providerId="ADAL" clId="{98F04E9E-6093-5F2D-A502-3311D62928B5}" dt="2026-09-03T16:42:47.109" v="7" actId="6264"/>
          <ac:spMkLst>
            <pc:docMk/>
            <pc:sldMk cId="2716112897" sldId="264"/>
            <ac:spMk id="3" creationId="{D1203607-55C4-632D-5A93-256CB0AA4E6D}"/>
          </ac:spMkLst>
        </pc:spChg>
        <pc:spChg chg="mod ord">
          <ac:chgData name="Christina Triantafillis" userId="4aecc5f4-7143-4b46-b8b6-f9cd3163dfab" providerId="ADAL" clId="{98F04E9E-6093-5F2D-A502-3311D62928B5}" dt="2026-09-03T16:42:47.109" v="7" actId="6264"/>
          <ac:spMkLst>
            <pc:docMk/>
            <pc:sldMk cId="2716112897" sldId="264"/>
            <ac:spMk id="25" creationId="{2161EA5D-96EB-DA70-B3DA-EF5E22138614}"/>
          </ac:spMkLst>
        </pc:spChg>
        <pc:spChg chg="mod ord">
          <ac:chgData name="Christina Triantafillis" userId="4aecc5f4-7143-4b46-b8b6-f9cd3163dfab" providerId="ADAL" clId="{98F04E9E-6093-5F2D-A502-3311D62928B5}" dt="2026-09-03T16:42:47.109" v="7" actId="6264"/>
          <ac:spMkLst>
            <pc:docMk/>
            <pc:sldMk cId="2716112897" sldId="264"/>
            <ac:spMk id="28" creationId="{2A114065-8FF2-E8C1-2B4E-C5151BA84389}"/>
          </ac:spMkLst>
        </pc:spChg>
      </pc:sldChg>
      <pc:sldChg chg="modSp">
        <pc:chgData name="Christina Triantafillis" userId="4aecc5f4-7143-4b46-b8b6-f9cd3163dfab" providerId="ADAL" clId="{98F04E9E-6093-5F2D-A502-3311D62928B5}" dt="2026-08-27T15:39:21.298" v="2"/>
        <pc:sldMkLst>
          <pc:docMk/>
          <pc:sldMk cId="1890829512" sldId="269"/>
        </pc:sldMkLst>
        <pc:spChg chg="mod">
          <ac:chgData name="Christina Triantafillis" userId="4aecc5f4-7143-4b46-b8b6-f9cd3163dfab" providerId="ADAL" clId="{98F04E9E-6093-5F2D-A502-3311D62928B5}" dt="2026-08-27T15:39:21.298" v="2"/>
          <ac:spMkLst>
            <pc:docMk/>
            <pc:sldMk cId="1890829512" sldId="269"/>
            <ac:spMk id="4" creationId="{C9936C4A-86CE-AC44-7715-4673D50A0B71}"/>
          </ac:spMkLst>
        </pc:spChg>
      </pc:sldChg>
      <pc:sldChg chg="modSp">
        <pc:chgData name="Christina Triantafillis" userId="4aecc5f4-7143-4b46-b8b6-f9cd3163dfab" providerId="ADAL" clId="{98F04E9E-6093-5F2D-A502-3311D62928B5}" dt="2026-08-27T15:39:21.298" v="2"/>
        <pc:sldMkLst>
          <pc:docMk/>
          <pc:sldMk cId="3375464896" sldId="275"/>
        </pc:sldMkLst>
        <pc:spChg chg="mod">
          <ac:chgData name="Christina Triantafillis" userId="4aecc5f4-7143-4b46-b8b6-f9cd3163dfab" providerId="ADAL" clId="{98F04E9E-6093-5F2D-A502-3311D62928B5}" dt="2026-08-27T15:39:21.298" v="2"/>
          <ac:spMkLst>
            <pc:docMk/>
            <pc:sldMk cId="3375464896" sldId="275"/>
            <ac:spMk id="4" creationId="{03D619AF-BD57-17B1-2B81-F4E43CEF6AD7}"/>
          </ac:spMkLst>
        </pc:spChg>
      </pc:sldChg>
      <pc:sldChg chg="modSp mod">
        <pc:chgData name="Christina Triantafillis" userId="4aecc5f4-7143-4b46-b8b6-f9cd3163dfab" providerId="ADAL" clId="{98F04E9E-6093-5F2D-A502-3311D62928B5}" dt="2026-08-27T15:39:25.245" v="3"/>
        <pc:sldMkLst>
          <pc:docMk/>
          <pc:sldMk cId="1708123925" sldId="276"/>
        </pc:sldMkLst>
        <pc:spChg chg="mod">
          <ac:chgData name="Christina Triantafillis" userId="4aecc5f4-7143-4b46-b8b6-f9cd3163dfab" providerId="ADAL" clId="{98F04E9E-6093-5F2D-A502-3311D62928B5}" dt="2026-08-27T15:39:25.245" v="3"/>
          <ac:spMkLst>
            <pc:docMk/>
            <pc:sldMk cId="1708123925" sldId="276"/>
            <ac:spMk id="4" creationId="{668F2894-5647-89E7-5E6E-B07FBDA5B223}"/>
          </ac:spMkLst>
        </pc:spChg>
      </pc:sldChg>
      <pc:sldMasterChg chg="modSldLayout">
        <pc:chgData name="Christina Triantafillis" userId="4aecc5f4-7143-4b46-b8b6-f9cd3163dfab" providerId="ADAL" clId="{98F04E9E-6093-5F2D-A502-3311D62928B5}" dt="2026-09-03T16:42:44.409" v="6" actId="14100"/>
        <pc:sldMasterMkLst>
          <pc:docMk/>
          <pc:sldMasterMk cId="1538848823" sldId="2147483655"/>
        </pc:sldMasterMkLst>
        <pc:sldLayoutChg chg="delSp modSp mod">
          <pc:chgData name="Christina Triantafillis" userId="4aecc5f4-7143-4b46-b8b6-f9cd3163dfab" providerId="ADAL" clId="{98F04E9E-6093-5F2D-A502-3311D62928B5}" dt="2026-09-03T16:42:44.409" v="6" actId="14100"/>
          <pc:sldLayoutMkLst>
            <pc:docMk/>
            <pc:sldMasterMk cId="1538848823" sldId="2147483655"/>
            <pc:sldLayoutMk cId="767793927" sldId="2147483656"/>
          </pc:sldLayoutMkLst>
          <pc:spChg chg="del">
            <ac:chgData name="Christina Triantafillis" userId="4aecc5f4-7143-4b46-b8b6-f9cd3163dfab" providerId="ADAL" clId="{98F04E9E-6093-5F2D-A502-3311D62928B5}" dt="2026-09-03T16:42:37.549" v="4" actId="478"/>
            <ac:spMkLst>
              <pc:docMk/>
              <pc:sldMasterMk cId="1538848823" sldId="2147483655"/>
              <pc:sldLayoutMk cId="767793927" sldId="2147483656"/>
              <ac:spMk id="3" creationId="{C17CB001-9558-ABB7-E6C0-B4C24B03A19E}"/>
            </ac:spMkLst>
          </pc:spChg>
          <pc:spChg chg="mod">
            <ac:chgData name="Christina Triantafillis" userId="4aecc5f4-7143-4b46-b8b6-f9cd3163dfab" providerId="ADAL" clId="{98F04E9E-6093-5F2D-A502-3311D62928B5}" dt="2026-09-03T16:42:44.409" v="6" actId="14100"/>
            <ac:spMkLst>
              <pc:docMk/>
              <pc:sldMasterMk cId="1538848823" sldId="2147483655"/>
              <pc:sldLayoutMk cId="767793927" sldId="2147483656"/>
              <ac:spMk id="8" creationId="{D2F77BBF-4DC1-CA17-286E-52D96AA84315}"/>
            </ac:spMkLst>
          </pc:spChg>
          <pc:spChg chg="mod">
            <ac:chgData name="Christina Triantafillis" userId="4aecc5f4-7143-4b46-b8b6-f9cd3163dfab" providerId="ADAL" clId="{98F04E9E-6093-5F2D-A502-3311D62928B5}" dt="2026-09-03T16:42:44.409" v="6" actId="14100"/>
            <ac:spMkLst>
              <pc:docMk/>
              <pc:sldMasterMk cId="1538848823" sldId="2147483655"/>
              <pc:sldLayoutMk cId="767793927" sldId="2147483656"/>
              <ac:spMk id="10" creationId="{09392C31-B614-0718-F47E-5C21F02A0A48}"/>
            </ac:spMkLst>
          </pc:spChg>
          <pc:spChg chg="del">
            <ac:chgData name="Christina Triantafillis" userId="4aecc5f4-7143-4b46-b8b6-f9cd3163dfab" providerId="ADAL" clId="{98F04E9E-6093-5F2D-A502-3311D62928B5}" dt="2026-09-03T16:42:37.549" v="4" actId="478"/>
            <ac:spMkLst>
              <pc:docMk/>
              <pc:sldMasterMk cId="1538848823" sldId="2147483655"/>
              <pc:sldLayoutMk cId="767793927" sldId="2147483656"/>
              <ac:spMk id="13" creationId="{145E5C46-2A7C-865D-907A-1B8055604AD9}"/>
            </ac:spMkLst>
          </pc:spChg>
          <pc:spChg chg="del">
            <ac:chgData name="Christina Triantafillis" userId="4aecc5f4-7143-4b46-b8b6-f9cd3163dfab" providerId="ADAL" clId="{98F04E9E-6093-5F2D-A502-3311D62928B5}" dt="2026-09-03T16:42:37.549" v="4" actId="478"/>
            <ac:spMkLst>
              <pc:docMk/>
              <pc:sldMasterMk cId="1538848823" sldId="2147483655"/>
              <pc:sldLayoutMk cId="767793927" sldId="2147483656"/>
              <ac:spMk id="19" creationId="{3CDB554C-48E5-C00D-0551-6082EF13EBC5}"/>
            </ac:spMkLst>
          </pc:spChg>
        </pc:sldLayoutChg>
      </pc:sldMasterChg>
      <pc:sldMasterChg chg="modSldLayout">
        <pc:chgData name="Christina Triantafillis" userId="4aecc5f4-7143-4b46-b8b6-f9cd3163dfab" providerId="ADAL" clId="{98F04E9E-6093-5F2D-A502-3311D62928B5}" dt="2026-08-27T15:39:25.245" v="3"/>
        <pc:sldMasterMkLst>
          <pc:docMk/>
          <pc:sldMasterMk cId="871109327" sldId="2147483657"/>
        </pc:sldMasterMkLst>
        <pc:sldLayoutChg chg="modSp">
          <pc:chgData name="Christina Triantafillis" userId="4aecc5f4-7143-4b46-b8b6-f9cd3163dfab" providerId="ADAL" clId="{98F04E9E-6093-5F2D-A502-3311D62928B5}" dt="2026-08-27T15:39:25.245" v="3"/>
          <pc:sldLayoutMkLst>
            <pc:docMk/>
            <pc:sldMasterMk cId="871109327" sldId="2147483657"/>
            <pc:sldLayoutMk cId="4189844640" sldId="2147483658"/>
          </pc:sldLayoutMkLst>
          <pc:spChg chg="mod">
            <ac:chgData name="Christina Triantafillis" userId="4aecc5f4-7143-4b46-b8b6-f9cd3163dfab" providerId="ADAL" clId="{98F04E9E-6093-5F2D-A502-3311D62928B5}" dt="2026-08-27T15:39:25.245" v="3"/>
            <ac:spMkLst>
              <pc:docMk/>
              <pc:sldMasterMk cId="871109327" sldId="2147483657"/>
              <pc:sldLayoutMk cId="4189844640" sldId="2147483658"/>
              <ac:spMk id="4" creationId="{E8F71126-5A81-E6CD-0FE2-1F080076F54A}"/>
            </ac:spMkLst>
          </pc:spChg>
        </pc:sldLayoutChg>
      </pc:sldMasterChg>
    </pc:docChg>
  </pc:docChgLst>
  <pc:docChgLst>
    <pc:chgData name="Munuswamy Sathish" userId="56146e37-9b35-4486-9ffe-663555f98a3a" providerId="ADAL" clId="{80F1FD11-FDDA-54EE-9872-A7D4BD9747F2}"/>
    <pc:docChg chg="custSel modSld modMainMaster">
      <pc:chgData name="Munuswamy Sathish" userId="56146e37-9b35-4486-9ffe-663555f98a3a" providerId="ADAL" clId="{80F1FD11-FDDA-54EE-9872-A7D4BD9747F2}" dt="2026-08-19T10:07:40.771" v="129"/>
      <pc:docMkLst>
        <pc:docMk/>
      </pc:docMkLst>
      <pc:sldChg chg="modSp">
        <pc:chgData name="Munuswamy Sathish" userId="56146e37-9b35-4486-9ffe-663555f98a3a" providerId="ADAL" clId="{80F1FD11-FDDA-54EE-9872-A7D4BD9747F2}" dt="2026-08-19T05:46:43.254" v="119"/>
        <pc:sldMkLst>
          <pc:docMk/>
          <pc:sldMk cId="3856595097" sldId="267"/>
        </pc:sldMkLst>
      </pc:sldChg>
      <pc:sldChg chg="addSp delSp modSp mod chgLayout">
        <pc:chgData name="Munuswamy Sathish" userId="56146e37-9b35-4486-9ffe-663555f98a3a" providerId="ADAL" clId="{80F1FD11-FDDA-54EE-9872-A7D4BD9747F2}" dt="2026-08-19T05:46:25.711" v="114" actId="113"/>
        <pc:sldMkLst>
          <pc:docMk/>
          <pc:sldMk cId="1890829512" sldId="269"/>
        </pc:sldMkLst>
        <pc:spChg chg="add mod ord">
          <ac:chgData name="Munuswamy Sathish" userId="56146e37-9b35-4486-9ffe-663555f98a3a" providerId="ADAL" clId="{80F1FD11-FDDA-54EE-9872-A7D4BD9747F2}" dt="2026-08-10T09:16:58.219" v="14" actId="700"/>
          <ac:spMkLst>
            <pc:docMk/>
            <pc:sldMk cId="1890829512" sldId="269"/>
            <ac:spMk id="4" creationId="{C9936C4A-86CE-AC44-7715-4673D50A0B71}"/>
          </ac:spMkLst>
        </pc:spChg>
        <pc:spChg chg="add mod ord">
          <ac:chgData name="Munuswamy Sathish" userId="56146e37-9b35-4486-9ffe-663555f98a3a" providerId="ADAL" clId="{80F1FD11-FDDA-54EE-9872-A7D4BD9747F2}" dt="2026-08-10T09:16:58.219" v="14" actId="700"/>
          <ac:spMkLst>
            <pc:docMk/>
            <pc:sldMk cId="1890829512" sldId="269"/>
            <ac:spMk id="6" creationId="{08B1053E-29C4-9739-24F1-D7B2DB8B8A83}"/>
          </ac:spMkLst>
        </pc:spChg>
        <pc:spChg chg="add mod ord">
          <ac:chgData name="Munuswamy Sathish" userId="56146e37-9b35-4486-9ffe-663555f98a3a" providerId="ADAL" clId="{80F1FD11-FDDA-54EE-9872-A7D4BD9747F2}" dt="2026-08-10T09:16:58.219" v="14" actId="700"/>
          <ac:spMkLst>
            <pc:docMk/>
            <pc:sldMk cId="1890829512" sldId="269"/>
            <ac:spMk id="7" creationId="{A454877D-0CC9-D1B9-8922-634F080BF7B4}"/>
          </ac:spMkLst>
        </pc:spChg>
      </pc:sldChg>
      <pc:sldMasterChg chg="modSldLayout">
        <pc:chgData name="Munuswamy Sathish" userId="56146e37-9b35-4486-9ffe-663555f98a3a" providerId="ADAL" clId="{80F1FD11-FDDA-54EE-9872-A7D4BD9747F2}" dt="2026-08-19T05:40:02.632" v="86"/>
        <pc:sldMasterMkLst>
          <pc:docMk/>
          <pc:sldMasterMk cId="566745546" sldId="2147483648"/>
        </pc:sldMasterMkLst>
        <pc:sldLayoutChg chg="addSp delSp modSp mod">
          <pc:chgData name="Munuswamy Sathish" userId="56146e37-9b35-4486-9ffe-663555f98a3a" providerId="ADAL" clId="{80F1FD11-FDDA-54EE-9872-A7D4BD9747F2}" dt="2026-08-19T05:40:02.632" v="86"/>
          <pc:sldLayoutMkLst>
            <pc:docMk/>
            <pc:sldMasterMk cId="566745546" sldId="2147483648"/>
            <pc:sldLayoutMk cId="743988116" sldId="2147483649"/>
          </pc:sldLayoutMkLst>
          <pc:spChg chg="add mod">
            <ac:chgData name="Munuswamy Sathish" userId="56146e37-9b35-4486-9ffe-663555f98a3a" providerId="ADAL" clId="{80F1FD11-FDDA-54EE-9872-A7D4BD9747F2}" dt="2026-08-19T05:40:02.632" v="86"/>
            <ac:spMkLst>
              <pc:docMk/>
              <pc:sldMasterMk cId="566745546" sldId="2147483648"/>
              <pc:sldLayoutMk cId="743988116" sldId="2147483649"/>
              <ac:spMk id="6" creationId="{249E9DA9-B432-8169-0A2D-7FA7F175FA8E}"/>
            </ac:spMkLst>
          </pc:spChg>
          <pc:spChg chg="add mod">
            <ac:chgData name="Munuswamy Sathish" userId="56146e37-9b35-4486-9ffe-663555f98a3a" providerId="ADAL" clId="{80F1FD11-FDDA-54EE-9872-A7D4BD9747F2}" dt="2026-08-19T05:40:02.632" v="86"/>
            <ac:spMkLst>
              <pc:docMk/>
              <pc:sldMasterMk cId="566745546" sldId="2147483648"/>
              <pc:sldLayoutMk cId="743988116" sldId="2147483649"/>
              <ac:spMk id="8" creationId="{F6151FB6-09E2-E98B-3718-6F6AE4681614}"/>
            </ac:spMkLst>
          </pc:spChg>
          <pc:spChg chg="add mod">
            <ac:chgData name="Munuswamy Sathish" userId="56146e37-9b35-4486-9ffe-663555f98a3a" providerId="ADAL" clId="{80F1FD11-FDDA-54EE-9872-A7D4BD9747F2}" dt="2026-08-19T05:40:02.632" v="86"/>
            <ac:spMkLst>
              <pc:docMk/>
              <pc:sldMasterMk cId="566745546" sldId="2147483648"/>
              <pc:sldLayoutMk cId="743988116" sldId="2147483649"/>
              <ac:spMk id="9" creationId="{27EEB31A-D29D-27DB-FF2D-B4A116958547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11.740" v="74" actId="20577"/>
          <pc:sldLayoutMkLst>
            <pc:docMk/>
            <pc:sldMasterMk cId="566745546" sldId="2147483648"/>
            <pc:sldLayoutMk cId="2302813638" sldId="2147483650"/>
          </pc:sldLayoutMkLst>
          <pc:spChg chg="add mod">
            <ac:chgData name="Munuswamy Sathish" userId="56146e37-9b35-4486-9ffe-663555f98a3a" providerId="ADAL" clId="{80F1FD11-FDDA-54EE-9872-A7D4BD9747F2}" dt="2026-08-19T05:39:02.193" v="57" actId="20577"/>
            <ac:spMkLst>
              <pc:docMk/>
              <pc:sldMasterMk cId="566745546" sldId="2147483648"/>
              <pc:sldLayoutMk cId="2302813638" sldId="2147483650"/>
              <ac:spMk id="4" creationId="{0D7CBB68-3233-26BD-423B-6741CBB4E86E}"/>
            </ac:spMkLst>
          </pc:spChg>
          <pc:spChg chg="mod">
            <ac:chgData name="Munuswamy Sathish" userId="56146e37-9b35-4486-9ffe-663555f98a3a" providerId="ADAL" clId="{80F1FD11-FDDA-54EE-9872-A7D4BD9747F2}" dt="2026-08-19T05:38:51.003" v="39" actId="20577"/>
            <ac:spMkLst>
              <pc:docMk/>
              <pc:sldMasterMk cId="566745546" sldId="2147483648"/>
              <pc:sldLayoutMk cId="2302813638" sldId="2147483650"/>
              <ac:spMk id="8" creationId="{515E2454-B235-0178-A6B5-9B686BA9E058}"/>
            </ac:spMkLst>
          </pc:spChg>
          <pc:spChg chg="mod">
            <ac:chgData name="Munuswamy Sathish" userId="56146e37-9b35-4486-9ffe-663555f98a3a" providerId="ADAL" clId="{80F1FD11-FDDA-54EE-9872-A7D4BD9747F2}" dt="2026-08-19T05:39:11.740" v="74" actId="20577"/>
            <ac:spMkLst>
              <pc:docMk/>
              <pc:sldMasterMk cId="566745546" sldId="2147483648"/>
              <pc:sldLayoutMk cId="2302813638" sldId="2147483650"/>
              <ac:spMk id="9" creationId="{2453F05E-27EE-786A-EF74-F52A465CC33C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31.128" v="78"/>
          <pc:sldLayoutMkLst>
            <pc:docMk/>
            <pc:sldMasterMk cId="566745546" sldId="2147483648"/>
            <pc:sldLayoutMk cId="4044661659" sldId="2147483651"/>
          </pc:sldLayoutMkLst>
          <pc:spChg chg="add mod">
            <ac:chgData name="Munuswamy Sathish" userId="56146e37-9b35-4486-9ffe-663555f98a3a" providerId="ADAL" clId="{80F1FD11-FDDA-54EE-9872-A7D4BD9747F2}" dt="2026-08-19T05:39:31.128" v="78"/>
            <ac:spMkLst>
              <pc:docMk/>
              <pc:sldMasterMk cId="566745546" sldId="2147483648"/>
              <pc:sldLayoutMk cId="4044661659" sldId="2147483651"/>
              <ac:spMk id="6" creationId="{4E751093-2C00-445C-8E8D-113C08992DE2}"/>
            </ac:spMkLst>
          </pc:spChg>
          <pc:spChg chg="add mod">
            <ac:chgData name="Munuswamy Sathish" userId="56146e37-9b35-4486-9ffe-663555f98a3a" providerId="ADAL" clId="{80F1FD11-FDDA-54EE-9872-A7D4BD9747F2}" dt="2026-08-19T05:39:31.128" v="78"/>
            <ac:spMkLst>
              <pc:docMk/>
              <pc:sldMasterMk cId="566745546" sldId="2147483648"/>
              <pc:sldLayoutMk cId="4044661659" sldId="2147483651"/>
              <ac:spMk id="8" creationId="{03C6C1E9-2695-B5A1-8667-09A0E2E6068F}"/>
            </ac:spMkLst>
          </pc:spChg>
          <pc:spChg chg="add mod">
            <ac:chgData name="Munuswamy Sathish" userId="56146e37-9b35-4486-9ffe-663555f98a3a" providerId="ADAL" clId="{80F1FD11-FDDA-54EE-9872-A7D4BD9747F2}" dt="2026-08-19T05:39:31.128" v="78"/>
            <ac:spMkLst>
              <pc:docMk/>
              <pc:sldMasterMk cId="566745546" sldId="2147483648"/>
              <pc:sldLayoutMk cId="4044661659" sldId="2147483651"/>
              <ac:spMk id="9" creationId="{634E6F14-1967-F598-067B-88F746E2E16D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46.893" v="82"/>
          <pc:sldLayoutMkLst>
            <pc:docMk/>
            <pc:sldMasterMk cId="566745546" sldId="2147483648"/>
            <pc:sldLayoutMk cId="4075346905" sldId="2147483652"/>
          </pc:sldLayoutMkLst>
          <pc:spChg chg="add mod">
            <ac:chgData name="Munuswamy Sathish" userId="56146e37-9b35-4486-9ffe-663555f98a3a" providerId="ADAL" clId="{80F1FD11-FDDA-54EE-9872-A7D4BD9747F2}" dt="2026-08-19T05:39:46.893" v="82"/>
            <ac:spMkLst>
              <pc:docMk/>
              <pc:sldMasterMk cId="566745546" sldId="2147483648"/>
              <pc:sldLayoutMk cId="4075346905" sldId="2147483652"/>
              <ac:spMk id="4" creationId="{35946CDD-9171-7BC2-8A20-3017F082C5AA}"/>
            </ac:spMkLst>
          </pc:spChg>
          <pc:spChg chg="add mod">
            <ac:chgData name="Munuswamy Sathish" userId="56146e37-9b35-4486-9ffe-663555f98a3a" providerId="ADAL" clId="{80F1FD11-FDDA-54EE-9872-A7D4BD9747F2}" dt="2026-08-19T05:39:46.893" v="82"/>
            <ac:spMkLst>
              <pc:docMk/>
              <pc:sldMasterMk cId="566745546" sldId="2147483648"/>
              <pc:sldLayoutMk cId="4075346905" sldId="2147483652"/>
              <ac:spMk id="8" creationId="{E63EC498-EC38-F861-2B82-40A7B6435B96}"/>
            </ac:spMkLst>
          </pc:spChg>
          <pc:spChg chg="add mod">
            <ac:chgData name="Munuswamy Sathish" userId="56146e37-9b35-4486-9ffe-663555f98a3a" providerId="ADAL" clId="{80F1FD11-FDDA-54EE-9872-A7D4BD9747F2}" dt="2026-08-19T05:39:46.893" v="82"/>
            <ac:spMkLst>
              <pc:docMk/>
              <pc:sldMasterMk cId="566745546" sldId="2147483648"/>
              <pc:sldLayoutMk cId="4075346905" sldId="2147483652"/>
              <ac:spMk id="10" creationId="{0D9C749E-2778-B5C6-0AFA-410B1FCB2F7A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53.990" v="84"/>
          <pc:sldLayoutMkLst>
            <pc:docMk/>
            <pc:sldMasterMk cId="566745546" sldId="2147483648"/>
            <pc:sldLayoutMk cId="2457729063" sldId="2147483653"/>
          </pc:sldLayoutMkLst>
          <pc:spChg chg="add mod">
            <ac:chgData name="Munuswamy Sathish" userId="56146e37-9b35-4486-9ffe-663555f98a3a" providerId="ADAL" clId="{80F1FD11-FDDA-54EE-9872-A7D4BD9747F2}" dt="2026-08-19T05:39:53.990" v="84"/>
            <ac:spMkLst>
              <pc:docMk/>
              <pc:sldMasterMk cId="566745546" sldId="2147483648"/>
              <pc:sldLayoutMk cId="2457729063" sldId="2147483653"/>
              <ac:spMk id="4" creationId="{103E387F-D7DE-4FD1-391D-82CAF5403640}"/>
            </ac:spMkLst>
          </pc:spChg>
          <pc:spChg chg="add mod">
            <ac:chgData name="Munuswamy Sathish" userId="56146e37-9b35-4486-9ffe-663555f98a3a" providerId="ADAL" clId="{80F1FD11-FDDA-54EE-9872-A7D4BD9747F2}" dt="2026-08-19T05:39:53.990" v="84"/>
            <ac:spMkLst>
              <pc:docMk/>
              <pc:sldMasterMk cId="566745546" sldId="2147483648"/>
              <pc:sldLayoutMk cId="2457729063" sldId="2147483653"/>
              <ac:spMk id="9" creationId="{CF7834AE-26DF-EF5B-6D78-7CDDE5D44167}"/>
            </ac:spMkLst>
          </pc:spChg>
          <pc:spChg chg="add mod">
            <ac:chgData name="Munuswamy Sathish" userId="56146e37-9b35-4486-9ffe-663555f98a3a" providerId="ADAL" clId="{80F1FD11-FDDA-54EE-9872-A7D4BD9747F2}" dt="2026-08-19T05:39:53.990" v="84"/>
            <ac:spMkLst>
              <pc:docMk/>
              <pc:sldMasterMk cId="566745546" sldId="2147483648"/>
              <pc:sldLayoutMk cId="2457729063" sldId="2147483653"/>
              <ac:spMk id="11" creationId="{C50F3A53-4AE7-0D2D-699B-C7C00B1EEDA8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38.739" v="80"/>
          <pc:sldLayoutMkLst>
            <pc:docMk/>
            <pc:sldMasterMk cId="566745546" sldId="2147483648"/>
            <pc:sldLayoutMk cId="2228982691" sldId="2147483654"/>
          </pc:sldLayoutMkLst>
          <pc:spChg chg="add mod">
            <ac:chgData name="Munuswamy Sathish" userId="56146e37-9b35-4486-9ffe-663555f98a3a" providerId="ADAL" clId="{80F1FD11-FDDA-54EE-9872-A7D4BD9747F2}" dt="2026-08-19T05:39:38.739" v="80"/>
            <ac:spMkLst>
              <pc:docMk/>
              <pc:sldMasterMk cId="566745546" sldId="2147483648"/>
              <pc:sldLayoutMk cId="2228982691" sldId="2147483654"/>
              <ac:spMk id="6" creationId="{B4B8749E-65F4-57F3-A07A-F141E60159A0}"/>
            </ac:spMkLst>
          </pc:spChg>
          <pc:spChg chg="add mod">
            <ac:chgData name="Munuswamy Sathish" userId="56146e37-9b35-4486-9ffe-663555f98a3a" providerId="ADAL" clId="{80F1FD11-FDDA-54EE-9872-A7D4BD9747F2}" dt="2026-08-19T05:39:38.739" v="80"/>
            <ac:spMkLst>
              <pc:docMk/>
              <pc:sldMasterMk cId="566745546" sldId="2147483648"/>
              <pc:sldLayoutMk cId="2228982691" sldId="2147483654"/>
              <ac:spMk id="8" creationId="{B4486337-8E9A-1C97-7EFD-BE42D97FDEFA}"/>
            </ac:spMkLst>
          </pc:spChg>
          <pc:spChg chg="add mod">
            <ac:chgData name="Munuswamy Sathish" userId="56146e37-9b35-4486-9ffe-663555f98a3a" providerId="ADAL" clId="{80F1FD11-FDDA-54EE-9872-A7D4BD9747F2}" dt="2026-08-19T05:39:38.739" v="80"/>
            <ac:spMkLst>
              <pc:docMk/>
              <pc:sldMasterMk cId="566745546" sldId="2147483648"/>
              <pc:sldLayoutMk cId="2228982691" sldId="2147483654"/>
              <ac:spMk id="9" creationId="{821804DB-C227-ECEC-ED0A-B3D1EC4E6437}"/>
            </ac:spMkLst>
          </pc:spChg>
        </pc:sldLayoutChg>
        <pc:sldLayoutChg chg="addSp delSp modSp mod">
          <pc:chgData name="Munuswamy Sathish" userId="56146e37-9b35-4486-9ffe-663555f98a3a" providerId="ADAL" clId="{80F1FD11-FDDA-54EE-9872-A7D4BD9747F2}" dt="2026-08-19T05:39:23.848" v="76"/>
          <pc:sldLayoutMkLst>
            <pc:docMk/>
            <pc:sldMasterMk cId="566745546" sldId="2147483648"/>
            <pc:sldLayoutMk cId="2458521480" sldId="2147483675"/>
          </pc:sldLayoutMkLst>
          <pc:spChg chg="add mod">
            <ac:chgData name="Munuswamy Sathish" userId="56146e37-9b35-4486-9ffe-663555f98a3a" providerId="ADAL" clId="{80F1FD11-FDDA-54EE-9872-A7D4BD9747F2}" dt="2026-08-19T05:39:23.848" v="76"/>
            <ac:spMkLst>
              <pc:docMk/>
              <pc:sldMasterMk cId="566745546" sldId="2147483648"/>
              <pc:sldLayoutMk cId="2458521480" sldId="2147483675"/>
              <ac:spMk id="6" creationId="{77D341ED-A593-9564-4549-5D9C86769709}"/>
            </ac:spMkLst>
          </pc:spChg>
          <pc:spChg chg="add mod">
            <ac:chgData name="Munuswamy Sathish" userId="56146e37-9b35-4486-9ffe-663555f98a3a" providerId="ADAL" clId="{80F1FD11-FDDA-54EE-9872-A7D4BD9747F2}" dt="2026-08-19T05:39:23.848" v="76"/>
            <ac:spMkLst>
              <pc:docMk/>
              <pc:sldMasterMk cId="566745546" sldId="2147483648"/>
              <pc:sldLayoutMk cId="2458521480" sldId="2147483675"/>
              <ac:spMk id="9" creationId="{98730D8F-F580-7E01-3AC7-4A6822D7CE86}"/>
            </ac:spMkLst>
          </pc:spChg>
          <pc:spChg chg="add mod">
            <ac:chgData name="Munuswamy Sathish" userId="56146e37-9b35-4486-9ffe-663555f98a3a" providerId="ADAL" clId="{80F1FD11-FDDA-54EE-9872-A7D4BD9747F2}" dt="2026-08-19T05:39:23.848" v="76"/>
            <ac:spMkLst>
              <pc:docMk/>
              <pc:sldMasterMk cId="566745546" sldId="2147483648"/>
              <pc:sldLayoutMk cId="2458521480" sldId="2147483675"/>
              <ac:spMk id="10" creationId="{7DA3AAA6-7673-EEF0-C2B4-3A0117FF5C27}"/>
            </ac:spMkLst>
          </pc:spChg>
        </pc:sldLayoutChg>
      </pc:sldMasterChg>
      <pc:sldMasterChg chg="modSldLayout">
        <pc:chgData name="Munuswamy Sathish" userId="56146e37-9b35-4486-9ffe-663555f98a3a" providerId="ADAL" clId="{80F1FD11-FDDA-54EE-9872-A7D4BD9747F2}" dt="2026-08-19T05:41:33.903" v="92" actId="14100"/>
        <pc:sldMasterMkLst>
          <pc:docMk/>
          <pc:sldMasterMk cId="871109327" sldId="2147483657"/>
        </pc:sldMasterMkLst>
        <pc:sldLayoutChg chg="delSp modSp mod">
          <pc:chgData name="Munuswamy Sathish" userId="56146e37-9b35-4486-9ffe-663555f98a3a" providerId="ADAL" clId="{80F1FD11-FDDA-54EE-9872-A7D4BD9747F2}" dt="2026-08-19T05:41:33.903" v="92" actId="14100"/>
          <pc:sldLayoutMkLst>
            <pc:docMk/>
            <pc:sldMasterMk cId="871109327" sldId="2147483657"/>
            <pc:sldLayoutMk cId="4189844640" sldId="2147483658"/>
          </pc:sldLayoutMkLst>
          <pc:spChg chg="mod">
            <ac:chgData name="Munuswamy Sathish" userId="56146e37-9b35-4486-9ffe-663555f98a3a" providerId="ADAL" clId="{80F1FD11-FDDA-54EE-9872-A7D4BD9747F2}" dt="2026-08-19T05:41:33.903" v="92" actId="14100"/>
            <ac:spMkLst>
              <pc:docMk/>
              <pc:sldMasterMk cId="871109327" sldId="2147483657"/>
              <pc:sldLayoutMk cId="4189844640" sldId="2147483658"/>
              <ac:spMk id="7" creationId="{58505E27-7250-229F-7129-7717EAAB09F6}"/>
            </ac:spMkLst>
          </pc:spChg>
        </pc:sldLayoutChg>
      </pc:sldMasterChg>
      <pc:sldMasterChg chg="modSldLayout">
        <pc:chgData name="Munuswamy Sathish" userId="56146e37-9b35-4486-9ffe-663555f98a3a" providerId="ADAL" clId="{80F1FD11-FDDA-54EE-9872-A7D4BD9747F2}" dt="2026-08-19T05:41:43.337" v="93" actId="14100"/>
        <pc:sldMasterMkLst>
          <pc:docMk/>
          <pc:sldMasterMk cId="197029974" sldId="2147483659"/>
        </pc:sldMasterMkLst>
        <pc:sldLayoutChg chg="delSp modSp mod">
          <pc:chgData name="Munuswamy Sathish" userId="56146e37-9b35-4486-9ffe-663555f98a3a" providerId="ADAL" clId="{80F1FD11-FDDA-54EE-9872-A7D4BD9747F2}" dt="2026-08-19T05:41:43.337" v="93" actId="14100"/>
          <pc:sldLayoutMkLst>
            <pc:docMk/>
            <pc:sldMasterMk cId="197029974" sldId="2147483659"/>
            <pc:sldLayoutMk cId="45658192" sldId="2147483660"/>
          </pc:sldLayoutMkLst>
          <pc:spChg chg="mod">
            <ac:chgData name="Munuswamy Sathish" userId="56146e37-9b35-4486-9ffe-663555f98a3a" providerId="ADAL" clId="{80F1FD11-FDDA-54EE-9872-A7D4BD9747F2}" dt="2026-08-19T05:41:43.337" v="93" actId="14100"/>
            <ac:spMkLst>
              <pc:docMk/>
              <pc:sldMasterMk cId="197029974" sldId="2147483659"/>
              <pc:sldLayoutMk cId="45658192" sldId="2147483660"/>
              <ac:spMk id="4" creationId="{11D59A75-78E7-3DEB-38AA-6C0E765BEC6C}"/>
            </ac:spMkLst>
          </pc:spChg>
        </pc:sldLayoutChg>
      </pc:sldMasterChg>
      <pc:sldMasterChg chg="modSldLayout">
        <pc:chgData name="Munuswamy Sathish" userId="56146e37-9b35-4486-9ffe-663555f98a3a" providerId="ADAL" clId="{80F1FD11-FDDA-54EE-9872-A7D4BD9747F2}" dt="2026-08-19T10:07:40.771" v="129"/>
        <pc:sldMasterMkLst>
          <pc:docMk/>
          <pc:sldMasterMk cId="4191478342" sldId="2147483661"/>
        </pc:sldMasterMkLst>
        <pc:sldLayoutChg chg="addSp modSp">
          <pc:chgData name="Munuswamy Sathish" userId="56146e37-9b35-4486-9ffe-663555f98a3a" providerId="ADAL" clId="{80F1FD11-FDDA-54EE-9872-A7D4BD9747F2}" dt="2026-08-19T10:07:31.003" v="124"/>
          <pc:sldLayoutMkLst>
            <pc:docMk/>
            <pc:sldMasterMk cId="4191478342" sldId="2147483661"/>
            <pc:sldLayoutMk cId="3055613373" sldId="2147483662"/>
          </pc:sldLayoutMkLst>
          <pc:spChg chg="add mod">
            <ac:chgData name="Munuswamy Sathish" userId="56146e37-9b35-4486-9ffe-663555f98a3a" providerId="ADAL" clId="{80F1FD11-FDDA-54EE-9872-A7D4BD9747F2}" dt="2026-08-19T10:07:31.003" v="124"/>
            <ac:spMkLst>
              <pc:docMk/>
              <pc:sldMasterMk cId="4191478342" sldId="2147483661"/>
              <pc:sldLayoutMk cId="3055613373" sldId="2147483662"/>
              <ac:spMk id="4" creationId="{E03F6106-A17F-9AE5-AC02-62FA3BA276F6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3.813" v="125"/>
          <pc:sldLayoutMkLst>
            <pc:docMk/>
            <pc:sldMasterMk cId="4191478342" sldId="2147483661"/>
            <pc:sldLayoutMk cId="996055648" sldId="2147483668"/>
          </pc:sldLayoutMkLst>
          <pc:spChg chg="add mod">
            <ac:chgData name="Munuswamy Sathish" userId="56146e37-9b35-4486-9ffe-663555f98a3a" providerId="ADAL" clId="{80F1FD11-FDDA-54EE-9872-A7D4BD9747F2}" dt="2026-08-19T10:07:33.813" v="125"/>
            <ac:spMkLst>
              <pc:docMk/>
              <pc:sldMasterMk cId="4191478342" sldId="2147483661"/>
              <pc:sldLayoutMk cId="996055648" sldId="2147483668"/>
              <ac:spMk id="4" creationId="{18030947-61E0-B1B8-5F7F-B55E571C7BE7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5.805" v="126"/>
          <pc:sldLayoutMkLst>
            <pc:docMk/>
            <pc:sldMasterMk cId="4191478342" sldId="2147483661"/>
            <pc:sldLayoutMk cId="184634738" sldId="2147483669"/>
          </pc:sldLayoutMkLst>
          <pc:spChg chg="add mod">
            <ac:chgData name="Munuswamy Sathish" userId="56146e37-9b35-4486-9ffe-663555f98a3a" providerId="ADAL" clId="{80F1FD11-FDDA-54EE-9872-A7D4BD9747F2}" dt="2026-08-19T10:07:35.805" v="126"/>
            <ac:spMkLst>
              <pc:docMk/>
              <pc:sldMasterMk cId="4191478342" sldId="2147483661"/>
              <pc:sldLayoutMk cId="184634738" sldId="2147483669"/>
              <ac:spMk id="4" creationId="{4993C5ED-BC1A-A4B6-C3F2-3EB443FC2D70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7.345" v="127"/>
          <pc:sldLayoutMkLst>
            <pc:docMk/>
            <pc:sldMasterMk cId="4191478342" sldId="2147483661"/>
            <pc:sldLayoutMk cId="882848311" sldId="2147483670"/>
          </pc:sldLayoutMkLst>
          <pc:spChg chg="add mod">
            <ac:chgData name="Munuswamy Sathish" userId="56146e37-9b35-4486-9ffe-663555f98a3a" providerId="ADAL" clId="{80F1FD11-FDDA-54EE-9872-A7D4BD9747F2}" dt="2026-08-19T10:07:37.345" v="127"/>
            <ac:spMkLst>
              <pc:docMk/>
              <pc:sldMasterMk cId="4191478342" sldId="2147483661"/>
              <pc:sldLayoutMk cId="882848311" sldId="2147483670"/>
              <ac:spMk id="4" creationId="{3B8D2015-2819-B7D5-F3C5-0978A57C38A3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40.771" v="129"/>
          <pc:sldLayoutMkLst>
            <pc:docMk/>
            <pc:sldMasterMk cId="4191478342" sldId="2147483661"/>
            <pc:sldLayoutMk cId="160341526" sldId="2147483671"/>
          </pc:sldLayoutMkLst>
          <pc:spChg chg="add mod">
            <ac:chgData name="Munuswamy Sathish" userId="56146e37-9b35-4486-9ffe-663555f98a3a" providerId="ADAL" clId="{80F1FD11-FDDA-54EE-9872-A7D4BD9747F2}" dt="2026-08-19T10:07:40.771" v="129"/>
            <ac:spMkLst>
              <pc:docMk/>
              <pc:sldMasterMk cId="4191478342" sldId="2147483661"/>
              <pc:sldLayoutMk cId="160341526" sldId="2147483671"/>
              <ac:spMk id="4" creationId="{B09EF9B6-89DD-D538-1E5E-9DC54BCC9842}"/>
            </ac:spMkLst>
          </pc:spChg>
        </pc:sldLayoutChg>
        <pc:sldLayoutChg chg="addSp modSp">
          <pc:chgData name="Munuswamy Sathish" userId="56146e37-9b35-4486-9ffe-663555f98a3a" providerId="ADAL" clId="{80F1FD11-FDDA-54EE-9872-A7D4BD9747F2}" dt="2026-08-19T10:07:38.470" v="128"/>
          <pc:sldLayoutMkLst>
            <pc:docMk/>
            <pc:sldMasterMk cId="4191478342" sldId="2147483661"/>
            <pc:sldLayoutMk cId="2186767084" sldId="2147483672"/>
          </pc:sldLayoutMkLst>
          <pc:spChg chg="add mod">
            <ac:chgData name="Munuswamy Sathish" userId="56146e37-9b35-4486-9ffe-663555f98a3a" providerId="ADAL" clId="{80F1FD11-FDDA-54EE-9872-A7D4BD9747F2}" dt="2026-08-19T10:07:38.470" v="128"/>
            <ac:spMkLst>
              <pc:docMk/>
              <pc:sldMasterMk cId="4191478342" sldId="2147483661"/>
              <pc:sldLayoutMk cId="2186767084" sldId="2147483672"/>
              <ac:spMk id="4" creationId="{FA953583-67E8-9559-A559-FB557C760D60}"/>
            </ac:spMkLst>
          </pc:spChg>
        </pc:sldLayoutChg>
      </pc:sldMasterChg>
    </pc:docChg>
  </pc:docChgLst>
  <pc:docChgLst>
    <pc:chgData name="Clare Botelho" userId="a502075c-4a54-476a-bdd0-21d9d24b8163" providerId="ADAL" clId="{15941BDC-DA39-52CD-97E5-5F95805C3BAF}"/>
    <pc:docChg chg="modSld">
      <pc:chgData name="Clare Botelho" userId="a502075c-4a54-476a-bdd0-21d9d24b8163" providerId="ADAL" clId="{15941BDC-DA39-52CD-97E5-5F95805C3BAF}" dt="2026-09-03T14:56:08.968" v="1" actId="20577"/>
      <pc:docMkLst>
        <pc:docMk/>
      </pc:docMkLst>
      <pc:sldChg chg="modNotesTx">
        <pc:chgData name="Clare Botelho" userId="a502075c-4a54-476a-bdd0-21d9d24b8163" providerId="ADAL" clId="{15941BDC-DA39-52CD-97E5-5F95805C3BAF}" dt="2026-09-03T14:56:08.968" v="1" actId="20577"/>
        <pc:sldMkLst>
          <pc:docMk/>
          <pc:sldMk cId="3375464896" sldId="275"/>
        </pc:sldMkLst>
      </pc:sldChg>
      <pc:sldChg chg="modNotesTx">
        <pc:chgData name="Clare Botelho" userId="a502075c-4a54-476a-bdd0-21d9d24b8163" providerId="ADAL" clId="{15941BDC-DA39-52CD-97E5-5F95805C3BAF}" dt="2026-09-03T14:56:02.545" v="0" actId="20577"/>
        <pc:sldMkLst>
          <pc:docMk/>
          <pc:sldMk cId="1708123925" sldId="276"/>
        </pc:sldMkLst>
      </pc:sldChg>
    </pc:docChg>
  </pc:docChgLst>
  <pc:docChgLst>
    <pc:chgData name="Francis Xavier" userId="61f623e9-e9db-467b-88c9-26319e2fef74" providerId="ADAL" clId="{861693F2-154E-58F4-B4C6-39A3CDA65E51}"/>
    <pc:docChg chg="custSel modSld modMainMaster">
      <pc:chgData name="Francis Xavier" userId="61f623e9-e9db-467b-88c9-26319e2fef74" providerId="ADAL" clId="{861693F2-154E-58F4-B4C6-39A3CDA65E51}" dt="2026-08-25T14:12:50.167" v="4" actId="478"/>
      <pc:docMkLst>
        <pc:docMk/>
      </pc:docMkLst>
      <pc:sldChg chg="modSp mod">
        <pc:chgData name="Francis Xavier" userId="61f623e9-e9db-467b-88c9-26319e2fef74" providerId="ADAL" clId="{861693F2-154E-58F4-B4C6-39A3CDA65E51}" dt="2026-08-25T13:42:51.174" v="3" actId="14100"/>
        <pc:sldMkLst>
          <pc:docMk/>
          <pc:sldMk cId="1708123925" sldId="276"/>
        </pc:sldMkLst>
        <pc:picChg chg="mod">
          <ac:chgData name="Francis Xavier" userId="61f623e9-e9db-467b-88c9-26319e2fef74" providerId="ADAL" clId="{861693F2-154E-58F4-B4C6-39A3CDA65E51}" dt="2026-08-25T13:42:51.174" v="3" actId="14100"/>
          <ac:picMkLst>
            <pc:docMk/>
            <pc:sldMk cId="1708123925" sldId="276"/>
            <ac:picMk id="11" creationId="{AF3FACF8-14EF-8A69-D560-577C6EBE5A03}"/>
          </ac:picMkLst>
        </pc:picChg>
      </pc:sldChg>
      <pc:sldMasterChg chg="modSldLayout">
        <pc:chgData name="Francis Xavier" userId="61f623e9-e9db-467b-88c9-26319e2fef74" providerId="ADAL" clId="{861693F2-154E-58F4-B4C6-39A3CDA65E51}" dt="2026-08-25T14:12:50.167" v="4" actId="478"/>
        <pc:sldMasterMkLst>
          <pc:docMk/>
          <pc:sldMasterMk cId="1538848823" sldId="2147483655"/>
        </pc:sldMasterMkLst>
        <pc:sldLayoutChg chg="delSp mod">
          <pc:chgData name="Francis Xavier" userId="61f623e9-e9db-467b-88c9-26319e2fef74" providerId="ADAL" clId="{861693F2-154E-58F4-B4C6-39A3CDA65E51}" dt="2026-08-25T14:12:50.167" v="4" actId="478"/>
          <pc:sldLayoutMkLst>
            <pc:docMk/>
            <pc:sldMasterMk cId="1538848823" sldId="2147483655"/>
            <pc:sldLayoutMk cId="767793927" sldId="214748365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E6DE6-EF12-E045-B897-1FD08E7DF99A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142D08-ECA5-3645-B156-6D59B47B0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65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Review Complete Sentences 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MS PGothic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Display the Review Complete Sentences Slide.</a:t>
            </a: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What is a complete sentence? What do you remember about complete sentences?</a:t>
            </a:r>
            <a:endParaRPr lang="en-US" sz="1200" b="1" kern="1200">
              <a:solidFill>
                <a:schemeClr val="tx1"/>
              </a:solidFill>
              <a:effectLst/>
              <a:latin typeface="+mn-lt"/>
              <a:ea typeface="MS PGothic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Have a few students share what they know about the elements of a complete sentence.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Building on students' responses, explain that the sentence, "I love to bake," is a complete sentence. It includes a subject (who or what the sentence is about), a predicate (tells about the subject; for example, what the subject is doing or feeling), and it expresses a complete thought.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As you explain, annotate the sentence to show the subject (I), predicate (love to bake), and that the whole sentence represents a complete thought.</a:t>
            </a:r>
            <a:r>
              <a:rPr lang="en-US">
                <a:ea typeface="MS PGothic"/>
              </a:rPr>
              <a:t> See the next slide for sample annotations.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42D08-ECA5-3645-B156-6D59B47B03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93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ea typeface="MS PGothic"/>
              </a:rPr>
              <a:t>Sample Annotations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42D08-ECA5-3645-B156-6D59B47B03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43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</a:pP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Review Complete Sentences</a:t>
            </a:r>
            <a:endParaRPr lang="en-US" sz="1200" b="1" kern="120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Turn Questions Around to Form Complete Sentences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Now that we talked about what a complete sentence is, let's talk more about how we can answer questions in complete sentences.</a:t>
            </a:r>
            <a:endParaRPr lang="en-US" sz="1200" b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Display the Complete Sentences Slide 2. Read aloud the question and answer.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Can you find any words that are the same in the question and the answer?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(love, to)</a:t>
            </a:r>
          </a:p>
          <a:p>
            <a:endParaRPr lang="en-US" sz="1200" b="1" i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That's right! When we answer questions, we can use some of the words from the question to help us answer in a complete sentence. </a:t>
            </a:r>
            <a:endParaRPr lang="en-US" sz="1200" b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endParaRPr lang="en-US" sz="1200" i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42D08-ECA5-3645-B156-6D59B47B03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31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Practice Turning Questions Around to Form Complete Sentences</a:t>
            </a:r>
            <a:endParaRPr lang="en-US" sz="1200" kern="120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Let's practice together. I'll ask you a question. Then use the Turn and Talk Protocol to share your answer with a partner. When you answer, remember to use words from the question and speak in complete sentences.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is your favorite color? </a:t>
            </a:r>
            <a:endParaRPr lang="en-US" sz="1200" b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do you like to eat? </a:t>
            </a:r>
            <a:endParaRPr lang="en-US" sz="1200" b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i="1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As students discuss, circulate to monitor their ability to orally compose complete sentences.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If time allows, have students write their complete sentences.</a:t>
            </a:r>
            <a:endParaRPr lang="en-US">
              <a:solidFill>
                <a:srgbClr val="444444"/>
              </a:solidFill>
              <a:ea typeface="MS PGothic"/>
            </a:endParaRPr>
          </a:p>
          <a:p>
            <a:r>
              <a:rPr lang="en-US">
                <a:ea typeface="MS PGothic"/>
              </a:rPr>
              <a:t>_________________________________________________________</a:t>
            </a:r>
            <a:endParaRPr lang="en-US">
              <a:solidFill>
                <a:srgbClr val="444444"/>
              </a:solidFill>
              <a:ea typeface="MS PGothic"/>
            </a:endParaRPr>
          </a:p>
          <a:p>
            <a:pPr marL="0" marR="0" lvl="0" indent="0" algn="l" defTabSz="4572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  <a:defRPr/>
            </a:pPr>
            <a:r>
              <a:rPr lang="en-US" b="1" kern="1200" err="1">
                <a:solidFill>
                  <a:srgbClr val="E57D2E"/>
                </a:solidFill>
                <a:effectLst/>
                <a:ea typeface="MS PGothic"/>
              </a:rPr>
              <a:t>iELD</a:t>
            </a:r>
            <a:r>
              <a:rPr lang="en-US" b="1" kern="1200">
                <a:solidFill>
                  <a:srgbClr val="141413"/>
                </a:solidFill>
                <a:effectLst/>
                <a:ea typeface="MS PGothic"/>
              </a:rPr>
              <a:t>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Oral Expression: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/>
              </a:rPr>
              <a:t>Read aloud the Guiding Questions to support students’ with incorporating words from the questions into their sentences.</a:t>
            </a:r>
          </a:p>
          <a:p>
            <a:pPr marL="0" marR="0" lvl="0" indent="0" algn="l" defTabSz="4572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  <a:defRPr/>
            </a:pPr>
            <a:endParaRPr lang="en-US" sz="1200" kern="1200">
              <a:solidFill>
                <a:schemeClr val="tx1"/>
              </a:solidFill>
              <a:effectLst/>
              <a:latin typeface="+mn-lt"/>
              <a:ea typeface="MS PGothic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words from the questions can you take to form your answer?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(favorite color; like to eat) 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i="1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What is your favorite color? What do you like to eat?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 (e.g., My favorite color is green. I like to eat burritos.)</a:t>
            </a: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MS PGothic" pitchFamily="34" charset="-128"/>
                <a:cs typeface="ＭＳ Ｐゴシック" charset="0"/>
              </a:rPr>
              <a:t>ELD.PI.2.3</a:t>
            </a:r>
          </a:p>
          <a:p>
            <a:pPr marL="0" marR="0" lvl="0" indent="0" algn="l" defTabSz="45720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tabLst/>
              <a:defRPr/>
            </a:pPr>
            <a:endParaRPr lang="en-US">
              <a:ea typeface="MS PGothic"/>
            </a:endParaRPr>
          </a:p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MS PGothic" pitchFamily="34" charset="-128"/>
              <a:cs typeface="ＭＳ Ｐゴシック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142D08-ECA5-3645-B156-6D59B47B03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676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Writing 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2F77BBF-4DC1-CA17-286E-52D96AA843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43492" y="1833100"/>
            <a:ext cx="8006002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4400" b="1" i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09392C31-B614-0718-F47E-5C21F02A0A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23171" y="2575560"/>
            <a:ext cx="8000307" cy="177292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54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67793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 Outcomes 2 Wr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29AF56B8-0362-E6A6-AE0A-2C542505B9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43966" y="1780927"/>
            <a:ext cx="7252880" cy="4449484"/>
          </a:xfrm>
          <a:prstGeom prst="rect">
            <a:avLst/>
          </a:prstGeom>
        </p:spPr>
        <p:txBody>
          <a:bodyPr lIns="0" tIns="0"/>
          <a:lstStyle>
            <a:lvl1pPr marL="374904" marR="0" indent="-374904" algn="l" defTabSz="457189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99CA3D"/>
              </a:buClr>
              <a:buSzPct val="150000"/>
              <a:buFont typeface="Wingdings" pitchFamily="2" charset="2"/>
              <a:buChar char="ü"/>
              <a:tabLst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Enter text here enter text here enter text here enter text here</a:t>
            </a:r>
          </a:p>
          <a:p>
            <a:pPr lvl="0"/>
            <a:r>
              <a:rPr lang="en-US"/>
              <a:t>Enter text here enter text here enter text here enter text here</a:t>
            </a:r>
          </a:p>
          <a:p>
            <a:pPr lvl="0"/>
            <a:r>
              <a:rPr lang="en-US"/>
              <a:t>Enter text here enter text here enter text here enter text here</a:t>
            </a:r>
          </a:p>
          <a:p>
            <a:pPr lvl="0"/>
            <a:r>
              <a:rPr lang="en-US"/>
              <a:t>Enter text here enter text here enter text here enter text here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2F77BBF-4DC1-CA17-286E-52D96AA843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3966" y="1222463"/>
            <a:ext cx="7101628" cy="46977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5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In this lesson: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A43D2-01E5-38AB-C90F-069463928110}"/>
              </a:ext>
            </a:extLst>
          </p:cNvPr>
          <p:cNvSpPr txBox="1"/>
          <p:nvPr userDrawn="1"/>
        </p:nvSpPr>
        <p:spPr>
          <a:xfrm>
            <a:off x="-4982227" y="1522113"/>
            <a:ext cx="465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/>
              <a:t> 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93AE32-7810-4146-2EDC-06C5809F62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21058938">
            <a:off x="8836940" y="295604"/>
            <a:ext cx="4026098" cy="4653997"/>
          </a:xfrm>
          <a:prstGeom prst="rect">
            <a:avLst/>
          </a:prstGeom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E8F71126-5A81-E6CD-0FE2-1F080076F54A}"/>
              </a:ext>
            </a:extLst>
          </p:cNvPr>
          <p:cNvSpPr txBox="1">
            <a:spLocks/>
          </p:cNvSpPr>
          <p:nvPr userDrawn="1"/>
        </p:nvSpPr>
        <p:spPr>
          <a:xfrm>
            <a:off x="9864155" y="1763742"/>
            <a:ext cx="2327845" cy="1549592"/>
          </a:xfrm>
          <a:prstGeom prst="rect">
            <a:avLst/>
          </a:prstGeom>
        </p:spPr>
        <p:txBody>
          <a:bodyPr/>
          <a:lstStyle>
            <a:lvl1pPr marL="342892" indent="-342892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Century Gothic"/>
                <a:ea typeface="MS PGothic" pitchFamily="34" charset="-128"/>
                <a:cs typeface="Century Gothic"/>
              </a:defRPr>
            </a:lvl1pPr>
            <a:lvl2pPr marL="742931" indent="-285743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2972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160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348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175" indent="0">
              <a:spcBef>
                <a:spcPts val="1600"/>
              </a:spcBef>
              <a:buNone/>
            </a:pP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Did you meet </a:t>
            </a:r>
            <a:b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Learning Outcomes today? </a:t>
            </a:r>
          </a:p>
          <a:p>
            <a:pPr marL="3175" indent="0">
              <a:spcBef>
                <a:spcPts val="1600"/>
              </a:spcBef>
              <a:buNone/>
            </a:pP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 you </a:t>
            </a:r>
            <a:b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know?</a:t>
            </a:r>
          </a:p>
        </p:txBody>
      </p:sp>
      <p:sp>
        <p:nvSpPr>
          <p:cNvPr id="7" name="Title 14">
            <a:extLst>
              <a:ext uri="{FF2B5EF4-FFF2-40B4-BE49-F238E27FC236}">
                <a16:creationId xmlns:a16="http://schemas.microsoft.com/office/drawing/2014/main" id="{58505E27-7250-229F-7129-7717EAAB09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2007266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9844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sson Outcomes 1 Wr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29AF56B8-0362-E6A6-AE0A-2C542505B9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20467" y="1791201"/>
            <a:ext cx="7334491" cy="4449484"/>
          </a:xfrm>
          <a:prstGeom prst="rect">
            <a:avLst/>
          </a:prstGeom>
        </p:spPr>
        <p:txBody>
          <a:bodyPr lIns="0" tIns="0"/>
          <a:lstStyle>
            <a:lvl1pPr marL="525780" indent="-52578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7EB9DC"/>
              </a:buClr>
              <a:buSzPct val="150000"/>
              <a:buFont typeface=".Lucida Grande UI Regular"/>
              <a:buChar char="►"/>
              <a:defRPr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  <a:p>
            <a:pPr lvl="0"/>
            <a:r>
              <a:rPr lang="en-US"/>
              <a:t>Enter text enter text enter text enter text enter text enter text enter text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2F77BBF-4DC1-CA17-286E-52D96AA843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3966" y="1232737"/>
            <a:ext cx="7101628" cy="469778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5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In this lesson: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CA43D2-01E5-38AB-C90F-069463928110}"/>
              </a:ext>
            </a:extLst>
          </p:cNvPr>
          <p:cNvSpPr txBox="1"/>
          <p:nvPr userDrawn="1"/>
        </p:nvSpPr>
        <p:spPr>
          <a:xfrm>
            <a:off x="-4982227" y="1522113"/>
            <a:ext cx="465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/>
              <a:t> </a:t>
            </a:r>
          </a:p>
        </p:txBody>
      </p:sp>
      <p:sp>
        <p:nvSpPr>
          <p:cNvPr id="4" name="Title 14">
            <a:extLst>
              <a:ext uri="{FF2B5EF4-FFF2-40B4-BE49-F238E27FC236}">
                <a16:creationId xmlns:a16="http://schemas.microsoft.com/office/drawing/2014/main" id="{11D59A75-78E7-3DEB-38AA-6C0E765BEC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2007266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5658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8EB5AD8-E53B-C1C0-4EA2-CC42FCB16B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477935"/>
            <a:ext cx="7153704" cy="4449484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</a:t>
            </a:r>
            <a:r>
              <a:rPr lang="en-US" err="1"/>
              <a:t>verdana</a:t>
            </a:r>
            <a:r>
              <a:rPr lang="en-US"/>
              <a:t>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 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2317B0E-C30E-673F-2CBD-E49AF77937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907896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6" name="Title 14">
            <a:extLst>
              <a:ext uri="{FF2B5EF4-FFF2-40B4-BE49-F238E27FC236}">
                <a16:creationId xmlns:a16="http://schemas.microsoft.com/office/drawing/2014/main" id="{497311C2-3BA3-9727-C896-E2908AE8A6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7395C39F-312E-3023-51E8-507699D0B44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5E2454-B235-0178-A6B5-9B686BA9E0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453F05E-27EE-786A-EF74-F52A465CC3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0D7CBB68-3233-26BD-423B-6741CBB4E8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302813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8EB5AD8-E53B-C1C0-4EA2-CC42FCB16B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871116"/>
            <a:ext cx="7153704" cy="5056303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Verdana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 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</a:t>
            </a:r>
          </a:p>
        </p:txBody>
      </p:sp>
      <p:sp>
        <p:nvSpPr>
          <p:cNvPr id="4" name="Title 14">
            <a:extLst>
              <a:ext uri="{FF2B5EF4-FFF2-40B4-BE49-F238E27FC236}">
                <a16:creationId xmlns:a16="http://schemas.microsoft.com/office/drawing/2014/main" id="{EA1373A6-B005-1425-929C-3847B847F5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2D3C6F20-91BA-9E94-CAB3-B199EE717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77D341ED-A593-9564-4549-5D9C867697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8730D8F-F580-7E01-3AC7-4A6822D7CE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DA3AAA6-7673-EEF0-C2B4-3A0117FF5C2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458521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Number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79553247-2731-1AEC-D2B8-C0D11CFF2D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477935"/>
            <a:ext cx="7153704" cy="4449484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This is a Number list</a:t>
            </a:r>
          </a:p>
          <a:p>
            <a:pPr lvl="0"/>
            <a:r>
              <a:rPr lang="en-US"/>
              <a:t>Font is Verdana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B13061D3-6CF4-55C7-8897-B00DB8878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907896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CB3FBA2A-12DF-0D77-41D7-923B0400C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E2861FAB-953A-FDD1-8090-65EE261837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E751093-2C00-445C-8E8D-113C08992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3C6C1E9-2695-B5A1-8667-09A0E2E606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634E6F14-1967-F598-067B-88F746E2E1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404466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DC1F8A2D-CE15-0C61-42F3-1A4F836CEF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477935"/>
            <a:ext cx="7153704" cy="4449484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This is a Number list</a:t>
            </a:r>
          </a:p>
          <a:p>
            <a:pPr lvl="0"/>
            <a:r>
              <a:rPr lang="en-US"/>
              <a:t>Font is Verdana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280CE79D-B6BE-4DB6-4360-097A7A14B5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907896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0215FCB0-98ED-38B3-CDF3-604C4DF19E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DFDAE69D-DEE0-AFE3-AA17-C5C55D9DEE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4B8749E-65F4-57F3-A07A-F141E6015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4486337-8E9A-1C97-7EFD-BE42D97FDE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821804DB-C227-ECEC-ED0A-B3D1EC4E64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228982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ist No An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AD4F3FF-7E71-2D1A-C99D-93CBFDCA69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871117"/>
            <a:ext cx="7153704" cy="3331232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4EC01AC2-53A6-FFD5-0D16-E397347C1F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D714FD7-5122-644F-694C-5D14B97ACC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946CDD-9171-7BC2-8A20-3017F082C5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3EC498-EC38-F861-2B82-40A7B6435B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0D9C749E-2778-B5C6-0AFA-410B1FCB2F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407534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ist With Annos An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3914672E-D783-0C47-D09F-FF465B48C0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2088" y="5006824"/>
            <a:ext cx="6770704" cy="957171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ts val="1700"/>
              </a:lnSpc>
              <a:spcBef>
                <a:spcPts val="1200"/>
              </a:spcBef>
              <a:buFont typeface="+mj-lt"/>
              <a:buNone/>
              <a:defRPr sz="1300" b="0" i="0">
                <a:solidFill>
                  <a:srgbClr val="0070C0"/>
                </a:solidFill>
                <a:latin typeface="Comic Sans MS" panose="030F0902030302020204" pitchFamily="66" charset="0"/>
              </a:defRPr>
            </a:lvl1pPr>
          </a:lstStyle>
          <a:p>
            <a:pPr lvl="0"/>
            <a:r>
              <a:rPr lang="en-US"/>
              <a:t>Answer: [insert answer prompts]. Change font for “Answer” to Century </a:t>
            </a:r>
            <a:r>
              <a:rPr lang="en-US" err="1"/>
              <a:t>Gothing</a:t>
            </a:r>
            <a:r>
              <a:rPr lang="en-US"/>
              <a:t> + bold (manual change). 13pt 17pt leading, 12pt space after.</a:t>
            </a:r>
          </a:p>
          <a:p>
            <a:pPr lvl="0"/>
            <a:r>
              <a:rPr lang="en-US"/>
              <a:t>This box adjust in height upward. </a:t>
            </a:r>
          </a:p>
          <a:p>
            <a:pPr lvl="0"/>
            <a:r>
              <a:rPr lang="en-US"/>
              <a:t>Do not overset text. </a:t>
            </a:r>
          </a:p>
          <a:p>
            <a:pPr lvl="0"/>
            <a:r>
              <a:rPr lang="en-US"/>
              <a:t>Do not make text box wider as it aligns with the question above.</a:t>
            </a:r>
          </a:p>
          <a:p>
            <a:pPr lvl="0"/>
            <a:r>
              <a:rPr lang="en-US"/>
              <a:t>Do not make font smaller</a:t>
            </a:r>
          </a:p>
          <a:p>
            <a:pPr lvl="0"/>
            <a:r>
              <a:rPr lang="en-US"/>
              <a:t>This is all the room you have for text 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5EFF46D-7BD7-0910-3216-6699B62943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871117"/>
            <a:ext cx="7153704" cy="3331232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57AC486E-F009-C24C-95AD-8BCDA5CE5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E7956CF9-4B04-C313-A613-5E62E36385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3E387F-D7DE-4FD1-391D-82CAF54036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F7834AE-26DF-EF5B-6D78-7CDDE5D441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C50F3A53-4AE7-0D2D-699B-C7C00B1EEDA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457729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ED90FDD6-CA22-376E-52FC-FF2563182A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5725" y="884861"/>
            <a:ext cx="7216775" cy="4847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916B364A-8930-8989-39F4-EAFD35D7E3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4" name="Text Placeholder 19">
            <a:extLst>
              <a:ext uri="{FF2B5EF4-FFF2-40B4-BE49-F238E27FC236}">
                <a16:creationId xmlns:a16="http://schemas.microsoft.com/office/drawing/2014/main" id="{358F32AB-6F51-27E3-DC38-3A0FF6AB63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49E9DA9-B432-8169-0A2D-7FA7F175FA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004" y="874020"/>
            <a:ext cx="2167128" cy="1661993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sz="2000" b="1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2"/>
              </a:buBlip>
              <a:tabLst/>
              <a:defRPr b="1">
                <a:solidFill>
                  <a:srgbClr val="7EB9DB"/>
                </a:solidFill>
              </a:defRPr>
            </a:lvl3pPr>
            <a:lvl4pPr marL="225425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/>
            </a:lvl4pPr>
          </a:lstStyle>
          <a:p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6151FB6-09E2-E98B-3718-6F6AE46816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59732" y="852829"/>
            <a:ext cx="1777264" cy="1923604"/>
          </a:xfrm>
          <a:prstGeom prst="rect">
            <a:avLst/>
          </a:prstGeom>
        </p:spPr>
        <p:txBody>
          <a:bodyPr rIns="0">
            <a:spAutoFit/>
          </a:bodyPr>
          <a:lstStyle>
            <a:lvl1pPr marL="274320" indent="-274320">
              <a:spcBef>
                <a:spcPts val="1800"/>
              </a:spcBef>
              <a:spcAft>
                <a:spcPts val="0"/>
              </a:spcAft>
              <a:buSzPct val="180000"/>
              <a:buFontTx/>
              <a:buBlip>
                <a:blip r:embed="rId3"/>
              </a:buBlip>
              <a:tabLst/>
              <a:defRPr lang="en-US" sz="1000" b="1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73736" indent="-173736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Font typeface="Courier New" panose="02070309020205020404" pitchFamily="49" charset="0"/>
              <a:buChar char="o"/>
              <a:tabLst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4320" marR="0" indent="-274320" algn="l" defTabSz="914400" rtl="0" eaLnBrk="1" fontAlgn="auto" latinLnBrk="0" hangingPunct="1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Tx/>
              <a:buSzPct val="140000"/>
              <a:buFontTx/>
              <a:buBlip>
                <a:blip r:embed="rId4"/>
              </a:buBlip>
              <a:tabLst/>
              <a:defRPr lang="en-US" sz="1000" b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9525" marR="0" indent="-9525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95000"/>
                </a:schemeClr>
              </a:buClr>
              <a:buSzPct val="25000"/>
              <a:buFont typeface="Arial" panose="020B0604020202020204" pitchFamily="34" charset="0"/>
              <a:buChar char="•"/>
              <a:tabLst/>
              <a:defRPr lang="en-US" sz="900" b="0" i="1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73736" indent="-173736">
              <a:lnSpc>
                <a:spcPct val="100000"/>
              </a:lnSpc>
              <a:spcBef>
                <a:spcPts val="400"/>
              </a:spcBef>
              <a:buClr>
                <a:schemeClr val="bg1">
                  <a:lumMod val="50000"/>
                </a:schemeClr>
              </a:buClr>
              <a:buFont typeface="Courier New" panose="02070309020205020404" pitchFamily="49" charset="0"/>
              <a:buChar char="o"/>
              <a:tabLst/>
              <a:defRPr lang="en-US" sz="900" i="0" kern="1200" dirty="0" smtClean="0">
                <a:solidFill>
                  <a:srgbClr val="72727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Step 1</a:t>
            </a:r>
          </a:p>
          <a:p>
            <a:pPr lvl="1"/>
            <a:r>
              <a:rPr lang="en-US"/>
              <a:t>Step 2</a:t>
            </a:r>
          </a:p>
          <a:p>
            <a:pPr lvl="1"/>
            <a:r>
              <a:rPr lang="en-US"/>
              <a:t>Step 3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/>
              <a:t>Step 1 Step1 Step 1</a:t>
            </a:r>
          </a:p>
          <a:p>
            <a:pPr lvl="4"/>
            <a:r>
              <a:rPr lang="en-US"/>
              <a:t>Step 1</a:t>
            </a:r>
          </a:p>
          <a:p>
            <a:pPr lvl="4"/>
            <a:r>
              <a:rPr lang="en-US"/>
              <a:t>Step 2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27EEB31A-D29D-27DB-FF2D-B4A11695854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5004" y="5987749"/>
            <a:ext cx="2167128" cy="68736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1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74398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A-hd with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0E900C87-D37C-2072-64B1-81C433FA8C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89088" y="1745059"/>
            <a:ext cx="7153704" cy="4449484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This is a Number list</a:t>
            </a:r>
          </a:p>
          <a:p>
            <a:pPr lvl="0"/>
            <a:r>
              <a:rPr lang="en-US"/>
              <a:t>Font is Verdana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0D3E02F-388E-EAE5-255D-592573A55A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89497" y="1175020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F5F48B49-31AC-D98C-D5B8-CCF5FFCC10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28187AE4-3B73-99D6-289C-20394EE745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03F6106-A17F-9AE5-AC02-62FA3BA276F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3055613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A-hd with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B6E3F34-F251-6A97-68D4-6EABD4188F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89088" y="1745060"/>
            <a:ext cx="7153704" cy="4449484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</a:t>
            </a:r>
            <a:r>
              <a:rPr lang="en-US" err="1"/>
              <a:t>verdana</a:t>
            </a:r>
            <a:r>
              <a:rPr lang="en-US"/>
              <a:t>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645BA33-BED6-679D-4CCC-F2D5719A50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89497" y="1175021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C7E10617-7F16-AF90-D7EF-9B76E8DD0C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62389149-6432-79DD-6099-7979358A5D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8030947-61E0-B1B8-5F7F-B55E571C7BE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996055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Bod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8B6E3F34-F251-6A97-68D4-6EABD4188F2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89088" y="1284270"/>
            <a:ext cx="7153704" cy="4910274"/>
          </a:xfrm>
          <a:prstGeom prst="rect">
            <a:avLst/>
          </a:prstGeom>
        </p:spPr>
        <p:txBody>
          <a:bodyPr lIns="0"/>
          <a:lstStyle>
            <a:lvl1pPr marL="0" marR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Body text. Font is Verdana at 20 points. No more than 440 characters w/spaces.</a:t>
            </a:r>
          </a:p>
          <a:p>
            <a:pPr lvl="0"/>
            <a:r>
              <a:rPr lang="en-US"/>
              <a:t>Space after 12 pt and  leading is 29 pt.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 Lorum ipsum Lorum ipsum Lorum ipsum Lorum ipsum Lorum ipsum Lorum ipsum Lorum ipsum Lorum ipsum Lorum ipsum Lorum ipsum Lorum ipsum Lorum ipsum </a:t>
            </a:r>
          </a:p>
          <a:p>
            <a:pPr marL="0" marR="0" lvl="0" indent="0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Lorum ipsum Lorum ipsum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1D1691DF-E680-788E-2197-E53CE60EF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22B42E2D-6BB6-50F9-79C9-F880F0E2C6B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93C5ED-BC1A-A4B6-C3F2-3EB443FC2D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1846347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A-h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645BA33-BED6-679D-4CCC-F2D5719A50D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89497" y="1175021"/>
            <a:ext cx="7153704" cy="57003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="1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Header Verdana 20pt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480F0C35-C682-FFA9-0BE4-666DB25D55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019E10B0-BE3E-4951-02F0-FCCCC15757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3B8D2015-2819-B7D5-F3C5-0978A57C38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882848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Number List With Annos Ann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1C613037-2D14-FD58-2F58-4910BE6CD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89088" y="1150855"/>
            <a:ext cx="7153704" cy="1446859"/>
          </a:xfrm>
          <a:prstGeom prst="rect">
            <a:avLst/>
          </a:prstGeom>
        </p:spPr>
        <p:txBody>
          <a:bodyPr lIns="0"/>
          <a:lstStyle>
            <a:lvl1pPr marL="406400" marR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 sz="20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406400" marR="0" lvl="0" indent="-409575" algn="l" defTabSz="457189" rtl="0" eaLnBrk="1" fontAlgn="base" latinLnBrk="0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Lorum ipsum Lorum ipsum Lorum ipsum Lorum ipsum Lorum ipsum Lorum ipsum</a:t>
            </a:r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85D38BF-04C1-2BC1-5264-43A595FDB61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72088" y="5263674"/>
            <a:ext cx="6770704" cy="957171"/>
          </a:xfrm>
          <a:prstGeom prst="rect">
            <a:avLst/>
          </a:prstGeom>
        </p:spPr>
        <p:txBody>
          <a:bodyPr lIns="0" anchor="b" anchorCtr="0"/>
          <a:lstStyle>
            <a:lvl1pPr marL="0" indent="0">
              <a:lnSpc>
                <a:spcPts val="1700"/>
              </a:lnSpc>
              <a:spcBef>
                <a:spcPts val="1200"/>
              </a:spcBef>
              <a:buFont typeface="+mj-lt"/>
              <a:buNone/>
              <a:defRPr sz="1300" b="0" i="0">
                <a:solidFill>
                  <a:srgbClr val="0070C0"/>
                </a:solidFill>
                <a:latin typeface="Comic Sans MS" panose="030F0902030302020204" pitchFamily="66" charset="0"/>
              </a:defRPr>
            </a:lvl1pPr>
          </a:lstStyle>
          <a:p>
            <a:pPr lvl="0"/>
            <a:r>
              <a:rPr lang="en-US"/>
              <a:t>Answer: [insert answer prompts]. Change font for “Answer” to Century </a:t>
            </a:r>
            <a:r>
              <a:rPr lang="en-US" err="1"/>
              <a:t>Gothing</a:t>
            </a:r>
            <a:r>
              <a:rPr lang="en-US"/>
              <a:t> + bold (manual change). 13pt 17pt leading, 12pt space after.</a:t>
            </a:r>
          </a:p>
          <a:p>
            <a:pPr lvl="0"/>
            <a:r>
              <a:rPr lang="en-US"/>
              <a:t>This box adjust in height upward. </a:t>
            </a:r>
          </a:p>
          <a:p>
            <a:pPr lvl="0"/>
            <a:r>
              <a:rPr lang="en-US"/>
              <a:t>Do not overset text. </a:t>
            </a:r>
          </a:p>
          <a:p>
            <a:pPr lvl="0"/>
            <a:r>
              <a:rPr lang="en-US"/>
              <a:t>Do not make text box wider as it aligns with the question above.</a:t>
            </a:r>
          </a:p>
          <a:p>
            <a:pPr lvl="0"/>
            <a:r>
              <a:rPr lang="en-US"/>
              <a:t>Do not make font smaller</a:t>
            </a:r>
          </a:p>
          <a:p>
            <a:pPr lvl="0"/>
            <a:r>
              <a:rPr lang="en-US"/>
              <a:t>This is all the room you have for text </a:t>
            </a:r>
          </a:p>
        </p:txBody>
      </p:sp>
      <p:sp>
        <p:nvSpPr>
          <p:cNvPr id="2" name="Title 14">
            <a:extLst>
              <a:ext uri="{FF2B5EF4-FFF2-40B4-BE49-F238E27FC236}">
                <a16:creationId xmlns:a16="http://schemas.microsoft.com/office/drawing/2014/main" id="{AC3352C4-1A19-BDF6-B79A-0CE226F943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3" name="Text Placeholder 19">
            <a:extLst>
              <a:ext uri="{FF2B5EF4-FFF2-40B4-BE49-F238E27FC236}">
                <a16:creationId xmlns:a16="http://schemas.microsoft.com/office/drawing/2014/main" id="{4BD6CE2F-06B3-2918-9F6D-554F5C6B8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FA953583-67E8-9559-A559-FB557C760D6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2186767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2-5 Sample Modeling Writing - 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2">
            <a:extLst>
              <a:ext uri="{FF2B5EF4-FFF2-40B4-BE49-F238E27FC236}">
                <a16:creationId xmlns:a16="http://schemas.microsoft.com/office/drawing/2014/main" id="{BBD4AF64-687D-341D-3526-1443CA27F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5725" y="1234183"/>
            <a:ext cx="7216775" cy="48475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4">
            <a:extLst>
              <a:ext uri="{FF2B5EF4-FFF2-40B4-BE49-F238E27FC236}">
                <a16:creationId xmlns:a16="http://schemas.microsoft.com/office/drawing/2014/main" id="{ED022BFF-1CFC-C5B2-A5B2-20D1868475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43" y="80199"/>
            <a:ext cx="10064279" cy="357451"/>
          </a:xfrm>
          <a:prstGeom prst="rect">
            <a:avLst/>
          </a:prstGeom>
        </p:spPr>
        <p:txBody>
          <a:bodyPr/>
          <a:lstStyle>
            <a:lvl1pPr algn="l">
              <a:defRPr kumimoji="0" lang="en-US" sz="1600" b="1" i="0" u="none" strike="noStrike" kern="120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Lesson X | Tk </a:t>
            </a:r>
            <a:r>
              <a:rPr lang="en-US" err="1"/>
              <a:t>tk</a:t>
            </a:r>
            <a:r>
              <a:rPr lang="en-US"/>
              <a:t> </a:t>
            </a:r>
            <a:r>
              <a:rPr lang="en-US" err="1"/>
              <a:t>tk</a:t>
            </a:r>
            <a:r>
              <a:rPr lang="en-US"/>
              <a:t> 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99334D4B-4B02-EBBE-76F1-571DD5C4F1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93400" y="80199"/>
            <a:ext cx="1777264" cy="357452"/>
          </a:xfrm>
          <a:prstGeom prst="rect">
            <a:avLst/>
          </a:prstGeom>
        </p:spPr>
        <p:txBody>
          <a:bodyPr/>
          <a:lstStyle>
            <a:lvl1pPr algn="r">
              <a:buNone/>
              <a:defRPr sz="16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(X Min.)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09EF9B6-89DD-D538-1E5E-9DC54BCC98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033499" y="5805518"/>
            <a:ext cx="1555750" cy="420628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173736" indent="-173736">
              <a:spcBef>
                <a:spcPts val="400"/>
              </a:spcBef>
              <a:buFont typeface="Courier New" panose="02070309020205020404" pitchFamily="49" charset="0"/>
              <a:buChar char="o"/>
              <a:defRPr sz="90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lang="en-US" sz="900" kern="1200" dirty="0" smtClean="0">
                <a:solidFill>
                  <a:schemeClr val="bg1">
                    <a:lumMod val="50000"/>
                  </a:schemeClr>
                </a:solidFill>
                <a:latin typeface="Century Gothic"/>
                <a:ea typeface="MS PGothic" pitchFamily="34" charset="-128"/>
                <a:cs typeface="Century Gothic"/>
              </a:defRPr>
            </a:lvl2pPr>
          </a:lstStyle>
          <a:p>
            <a:pPr lvl="0"/>
            <a:r>
              <a:rPr lang="en-US"/>
              <a:t>Step 1</a:t>
            </a:r>
          </a:p>
          <a:p>
            <a:pPr lvl="0"/>
            <a:r>
              <a:rPr lang="en-US"/>
              <a:t>Step 2</a:t>
            </a:r>
          </a:p>
        </p:txBody>
      </p:sp>
    </p:spTree>
    <p:extLst>
      <p:ext uri="{BB962C8B-B14F-4D97-AF65-F5344CB8AC3E}">
        <p14:creationId xmlns:p14="http://schemas.microsoft.com/office/powerpoint/2010/main" val="160341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C33C81-EAF4-71F5-59C6-5B53C603EF81}"/>
              </a:ext>
            </a:extLst>
          </p:cNvPr>
          <p:cNvSpPr/>
          <p:nvPr userDrawn="1"/>
        </p:nvSpPr>
        <p:spPr>
          <a:xfrm>
            <a:off x="1859280" y="1229360"/>
            <a:ext cx="8392160" cy="5415279"/>
          </a:xfrm>
          <a:prstGeom prst="rect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027F4-83F5-9B24-9167-5124D10068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8" y="0"/>
            <a:ext cx="121859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848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D326E-5D31-F9BB-CD8D-694DC93D32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8" y="3886"/>
            <a:ext cx="12185904" cy="68502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38004-0EC6-F03E-96DE-6710897470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5186" r="5186"/>
          <a:stretch/>
        </p:blipFill>
        <p:spPr>
          <a:xfrm>
            <a:off x="638005" y="251647"/>
            <a:ext cx="10915989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9AC2D78-2876-1953-ECC6-05DFB64662D6}"/>
              </a:ext>
            </a:extLst>
          </p:cNvPr>
          <p:cNvSpPr/>
          <p:nvPr userDrawn="1"/>
        </p:nvSpPr>
        <p:spPr>
          <a:xfrm>
            <a:off x="2141316" y="1187871"/>
            <a:ext cx="7879844" cy="5055693"/>
          </a:xfrm>
          <a:prstGeom prst="rect">
            <a:avLst/>
          </a:prstGeom>
          <a:solidFill>
            <a:schemeClr val="bg1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Verdan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825444-1A8D-E118-81B0-C8D906C33C46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09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626497-C289-B546-AAF2-D2B0836A808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048" y="3886"/>
            <a:ext cx="12185904" cy="68502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4ED358-83D5-6CE7-9D87-03583351F2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5186" r="5186"/>
          <a:stretch/>
        </p:blipFill>
        <p:spPr>
          <a:xfrm>
            <a:off x="638005" y="251647"/>
            <a:ext cx="1091598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DBAA7DC-228B-5B55-23CB-52A2ED2C1DE4}"/>
              </a:ext>
            </a:extLst>
          </p:cNvPr>
          <p:cNvSpPr/>
          <p:nvPr userDrawn="1"/>
        </p:nvSpPr>
        <p:spPr>
          <a:xfrm>
            <a:off x="2141316" y="1187871"/>
            <a:ext cx="7879844" cy="5055693"/>
          </a:xfrm>
          <a:prstGeom prst="rect">
            <a:avLst/>
          </a:prstGeom>
          <a:solidFill>
            <a:schemeClr val="bg1"/>
          </a:solidFill>
          <a:ln w="317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Verdana" panose="020B060403050404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FA7744-1870-D268-1059-65A7C9721675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29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C414F8B-9D95-2849-1111-B217167EE7D1}"/>
              </a:ext>
            </a:extLst>
          </p:cNvPr>
          <p:cNvSpPr/>
          <p:nvPr userDrawn="1"/>
        </p:nvSpPr>
        <p:spPr>
          <a:xfrm>
            <a:off x="10145594" y="194164"/>
            <a:ext cx="2046406" cy="6858000"/>
          </a:xfrm>
          <a:prstGeom prst="rect">
            <a:avLst/>
          </a:prstGeom>
          <a:solidFill>
            <a:srgbClr val="E7E6E6">
              <a:alpha val="5451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091849-E67B-6DCC-A7E5-01F055EFEE9C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4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5" r:id="rId2"/>
    <p:sldLayoutId id="2147483651" r:id="rId3"/>
    <p:sldLayoutId id="2147483654" r:id="rId4"/>
    <p:sldLayoutId id="2147483652" r:id="rId5"/>
    <p:sldLayoutId id="2147483653" r:id="rId6"/>
    <p:sldLayoutId id="214748364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EB6F209-FE18-F1C3-10C8-0BAB60ACCA08}"/>
              </a:ext>
            </a:extLst>
          </p:cNvPr>
          <p:cNvSpPr/>
          <p:nvPr userDrawn="1"/>
        </p:nvSpPr>
        <p:spPr>
          <a:xfrm>
            <a:off x="0" y="-1"/>
            <a:ext cx="12192000" cy="447605"/>
          </a:xfrm>
          <a:prstGeom prst="rect">
            <a:avLst/>
          </a:prstGeom>
          <a:solidFill>
            <a:srgbClr val="7EB9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1E2AD-522A-A2E6-45F6-A49B9829994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51"/>
          <a:stretch>
            <a:fillRect/>
          </a:stretch>
        </p:blipFill>
        <p:spPr>
          <a:xfrm>
            <a:off x="3048" y="590308"/>
            <a:ext cx="12185904" cy="626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78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8" r:id="rId2"/>
    <p:sldLayoutId id="2147483669" r:id="rId3"/>
    <p:sldLayoutId id="2147483670" r:id="rId4"/>
    <p:sldLayoutId id="2147483672" r:id="rId5"/>
    <p:sldLayoutId id="2147483671" r:id="rId6"/>
  </p:sldLayoutIdLst>
  <p:hf hdr="0" dt="0"/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MS PGothic" pitchFamily="34" charset="-128"/>
          <a:cs typeface="ＭＳ Ｐゴシック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6pPr>
      <a:lvl7pPr marL="914378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charset="0"/>
          <a:ea typeface="ＭＳ Ｐゴシック" charset="0"/>
          <a:cs typeface="ＭＳ Ｐゴシック" charset="0"/>
        </a:defRPr>
      </a:lvl9pPr>
    </p:titleStyle>
    <p:bodyStyle>
      <a:lvl1pPr marL="342892" indent="-342892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Century Gothic"/>
          <a:ea typeface="MS PGothic" pitchFamily="34" charset="-128"/>
          <a:cs typeface="Century Gothic"/>
        </a:defRPr>
      </a:lvl1pPr>
      <a:lvl2pPr marL="742931" indent="-285743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2972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348" indent="-228594" algn="l" defTabSz="457189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90269-49F6-AAA6-E250-D8C5490EA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161EA5D-96EB-DA70-B3DA-EF5E22138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43492" y="1833100"/>
            <a:ext cx="8006002" cy="570039"/>
          </a:xfrm>
        </p:spPr>
        <p:txBody>
          <a:bodyPr/>
          <a:lstStyle/>
          <a:p>
            <a:r>
              <a:rPr lang="en-US"/>
              <a:t>Develop Language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A114065-8FF2-E8C1-2B4E-C5151BA843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23171" y="2575560"/>
            <a:ext cx="8000307" cy="1772920"/>
          </a:xfrm>
        </p:spPr>
        <p:txBody>
          <a:bodyPr/>
          <a:lstStyle/>
          <a:p>
            <a:r>
              <a:rPr lang="en-US"/>
              <a:t>Complete Sentences</a:t>
            </a:r>
          </a:p>
        </p:txBody>
      </p:sp>
    </p:spTree>
    <p:extLst>
      <p:ext uri="{BB962C8B-B14F-4D97-AF65-F5344CB8AC3E}">
        <p14:creationId xmlns:p14="http://schemas.microsoft.com/office/powerpoint/2010/main" val="2716112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B1053E-29C4-9739-24F1-D7B2DB8B8A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 love to bake.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454877D-0CC9-D1B9-8922-634F080BF7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Review Complete Sentences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36C4A-86CE-AC44-7715-4673D50A0B7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59732" y="852829"/>
            <a:ext cx="1777264" cy="1980029"/>
          </a:xfrm>
        </p:spPr>
        <p:txBody>
          <a:bodyPr/>
          <a:lstStyle/>
          <a:p>
            <a:r>
              <a:rPr lang="en-US"/>
              <a:t>Learning Outcomes</a:t>
            </a:r>
          </a:p>
          <a:p>
            <a:pPr lvl="1"/>
            <a:r>
              <a:rPr lang="en-US"/>
              <a:t>I will speak and write in complete sentences to answer questions about myself.</a:t>
            </a:r>
          </a:p>
          <a:p>
            <a:pPr lvl="2"/>
            <a:r>
              <a:rPr lang="en-US"/>
              <a:t>Teach</a:t>
            </a:r>
          </a:p>
          <a:p>
            <a:pPr lvl="3"/>
            <a:r>
              <a:rPr lang="en-US">
                <a:solidFill>
                  <a:srgbClr val="0070C0"/>
                </a:solidFill>
              </a:rPr>
              <a:t>What is a complete sentence? What do you remember about complete sentences?</a:t>
            </a:r>
          </a:p>
        </p:txBody>
      </p:sp>
    </p:spTree>
    <p:extLst>
      <p:ext uri="{BB962C8B-B14F-4D97-AF65-F5344CB8AC3E}">
        <p14:creationId xmlns:p14="http://schemas.microsoft.com/office/powerpoint/2010/main" val="1890829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68ABB2-1BB5-12CB-1746-23D2D9D78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Review Complete Sentences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357ECD06-75FC-53A5-C985-8A153E7E1C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6181" y="1929194"/>
            <a:ext cx="5944457" cy="553235"/>
          </a:xfrm>
          <a:prstGeom prst="rect">
            <a:avLst/>
          </a:prstGeom>
        </p:spPr>
        <p:txBody>
          <a:bodyPr lIns="0"/>
          <a:lstStyle>
            <a:lvl1pPr marL="274320" indent="-274320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US" b="1"/>
              <a:t>What is something that you love to do?</a:t>
            </a:r>
            <a:endParaRPr lang="en-US"/>
          </a:p>
          <a:p>
            <a:pPr lvl="0"/>
            <a:endParaRPr lang="en-US"/>
          </a:p>
        </p:txBody>
      </p: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04F71E45-104E-9F75-4516-605FBAA983AE}"/>
              </a:ext>
            </a:extLst>
          </p:cNvPr>
          <p:cNvSpPr txBox="1">
            <a:spLocks/>
          </p:cNvSpPr>
          <p:nvPr/>
        </p:nvSpPr>
        <p:spPr>
          <a:xfrm>
            <a:off x="4620226" y="2758376"/>
            <a:ext cx="1390917" cy="847393"/>
          </a:xfrm>
          <a:prstGeom prst="rect">
            <a:avLst/>
          </a:prstGeom>
        </p:spPr>
        <p:txBody>
          <a:bodyPr lIns="0"/>
          <a:lstStyle>
            <a:lvl1pPr marL="274320" indent="-274320" algn="l" defTabSz="457189" rtl="0" eaLnBrk="1" fontAlgn="base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Verdana" panose="020B0604030504040204" pitchFamily="34" charset="0"/>
                <a:ea typeface="MS PGothic" pitchFamily="34" charset="-128"/>
                <a:cs typeface="Verdana" panose="020B0604030504040204" pitchFamily="34" charset="0"/>
              </a:defRPr>
            </a:lvl1pPr>
            <a:lvl2pPr marL="742931" indent="-285743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2972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160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348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I</a:t>
            </a:r>
            <a:endParaRPr lang="en-US"/>
          </a:p>
          <a:p>
            <a:pPr marL="0" indent="0">
              <a:buNone/>
            </a:pPr>
            <a:r>
              <a:rPr lang="en-US" i="1"/>
              <a:t>subject</a:t>
            </a:r>
            <a:endParaRPr lang="en-US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8CE98556-208E-2DD6-DC4F-EF2E9E2471C6}"/>
              </a:ext>
            </a:extLst>
          </p:cNvPr>
          <p:cNvSpPr txBox="1">
            <a:spLocks/>
          </p:cNvSpPr>
          <p:nvPr/>
        </p:nvSpPr>
        <p:spPr>
          <a:xfrm>
            <a:off x="6228409" y="2730765"/>
            <a:ext cx="1964061" cy="847393"/>
          </a:xfrm>
          <a:prstGeom prst="rect">
            <a:avLst/>
          </a:prstGeom>
        </p:spPr>
        <p:txBody>
          <a:bodyPr lIns="0"/>
          <a:lstStyle>
            <a:lvl1pPr marL="274320" indent="-274320" algn="l" defTabSz="457189" rtl="0" eaLnBrk="1" fontAlgn="base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Verdana" panose="020B0604030504040204" pitchFamily="34" charset="0"/>
                <a:ea typeface="MS PGothic" pitchFamily="34" charset="-128"/>
                <a:cs typeface="Verdana" panose="020B0604030504040204" pitchFamily="34" charset="0"/>
              </a:defRPr>
            </a:lvl1pPr>
            <a:lvl2pPr marL="742931" indent="-285743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2972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160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348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love to bake.</a:t>
            </a:r>
            <a:endParaRPr lang="en-US"/>
          </a:p>
          <a:p>
            <a:pPr marL="0" indent="0">
              <a:buNone/>
            </a:pPr>
            <a:r>
              <a:rPr lang="en-US" i="1"/>
              <a:t>predicate</a:t>
            </a:r>
            <a:endParaRPr lang="en-US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C887BB8-5881-A2CE-B858-EC59325228F6}"/>
              </a:ext>
            </a:extLst>
          </p:cNvPr>
          <p:cNvSpPr txBox="1">
            <a:spLocks/>
          </p:cNvSpPr>
          <p:nvPr/>
        </p:nvSpPr>
        <p:spPr>
          <a:xfrm>
            <a:off x="5032656" y="4143008"/>
            <a:ext cx="2733556" cy="847393"/>
          </a:xfrm>
          <a:prstGeom prst="rect">
            <a:avLst/>
          </a:prstGeom>
        </p:spPr>
        <p:txBody>
          <a:bodyPr lIns="0"/>
          <a:lstStyle>
            <a:lvl1pPr marL="274320" indent="-274320" algn="l" defTabSz="457189" rtl="0" eaLnBrk="1" fontAlgn="base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Verdana" panose="020B0604030504040204" pitchFamily="34" charset="0"/>
                <a:ea typeface="MS PGothic" pitchFamily="34" charset="-128"/>
                <a:cs typeface="Verdana" panose="020B0604030504040204" pitchFamily="34" charset="0"/>
              </a:defRPr>
            </a:lvl1pPr>
            <a:lvl2pPr marL="742931" indent="-285743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2972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160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348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I love to bake.</a:t>
            </a:r>
            <a:endParaRPr lang="en-US"/>
          </a:p>
          <a:p>
            <a:pPr marL="0" indent="0">
              <a:buNone/>
            </a:pPr>
            <a:r>
              <a:rPr lang="en-US" i="1"/>
              <a:t>complete thought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595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FE457-DB8E-254F-3DD2-59D68509D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2EB7946-2006-69FA-7CBF-5FF710F343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Review Complete Sentences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F0F90-40C3-7091-1F9F-ED9D977E3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004" y="874020"/>
            <a:ext cx="2167128" cy="1631216"/>
          </a:xfrm>
        </p:spPr>
        <p:txBody>
          <a:bodyPr/>
          <a:lstStyle/>
          <a:p>
            <a:r>
              <a:rPr lang="en-US"/>
              <a:t>Collaborate</a:t>
            </a:r>
          </a:p>
          <a:p>
            <a:pPr lvl="1"/>
            <a:r>
              <a:rPr lang="en-US"/>
              <a:t>Can you find any words that are the same in the question and the answer?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D619AF-BD57-17B1-2B81-F4E43CEF6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59732" y="852829"/>
            <a:ext cx="1777264" cy="836126"/>
          </a:xfrm>
        </p:spPr>
        <p:txBody>
          <a:bodyPr/>
          <a:lstStyle/>
          <a:p>
            <a:r>
              <a:rPr lang="en-US"/>
              <a:t>Learning Outcomes</a:t>
            </a:r>
          </a:p>
          <a:p>
            <a:pPr lvl="1"/>
            <a:r>
              <a:rPr lang="en-US"/>
              <a:t>I will speak and write in complete sentences to answer questions about myself.</a:t>
            </a:r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D21C5C2C-F80C-978E-1BB8-D8B0A0C45CE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23771" y="1713788"/>
            <a:ext cx="5944457" cy="553235"/>
          </a:xfrm>
          <a:prstGeom prst="rect">
            <a:avLst/>
          </a:prstGeom>
        </p:spPr>
        <p:txBody>
          <a:bodyPr lIns="0"/>
          <a:lstStyle>
            <a:lvl1pPr marL="274320" indent="-274320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US" b="1"/>
              <a:t>What is something that you love to do?</a:t>
            </a:r>
            <a:endParaRPr lang="en-US"/>
          </a:p>
          <a:p>
            <a:pPr lvl="0"/>
            <a:endParaRPr lang="en-US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C97BE530-10FF-1B03-2742-9D156F1651A4}"/>
              </a:ext>
            </a:extLst>
          </p:cNvPr>
          <p:cNvSpPr txBox="1">
            <a:spLocks/>
          </p:cNvSpPr>
          <p:nvPr/>
        </p:nvSpPr>
        <p:spPr>
          <a:xfrm>
            <a:off x="3123771" y="2337406"/>
            <a:ext cx="2807252" cy="847393"/>
          </a:xfrm>
          <a:prstGeom prst="rect">
            <a:avLst/>
          </a:prstGeom>
        </p:spPr>
        <p:txBody>
          <a:bodyPr lIns="0"/>
          <a:lstStyle>
            <a:lvl1pPr marL="274320" indent="-274320" algn="l" defTabSz="457189" rtl="0" eaLnBrk="1" fontAlgn="base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Verdana" panose="020B0604030504040204" pitchFamily="34" charset="0"/>
                <a:ea typeface="MS PGothic" pitchFamily="34" charset="-128"/>
                <a:cs typeface="Verdana" panose="020B0604030504040204" pitchFamily="34" charset="0"/>
              </a:defRPr>
            </a:lvl1pPr>
            <a:lvl2pPr marL="742931" indent="-285743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2972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160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348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I love to bake.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6E8D53A-1AA4-F451-EEF9-60F015493E46}"/>
              </a:ext>
            </a:extLst>
          </p:cNvPr>
          <p:cNvCxnSpPr>
            <a:cxnSpLocks/>
          </p:cNvCxnSpPr>
          <p:nvPr/>
        </p:nvCxnSpPr>
        <p:spPr>
          <a:xfrm>
            <a:off x="7141899" y="2135534"/>
            <a:ext cx="1003498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AC7DA6-D042-3DD5-348B-61A8E7204FFF}"/>
              </a:ext>
            </a:extLst>
          </p:cNvPr>
          <p:cNvCxnSpPr>
            <a:cxnSpLocks/>
          </p:cNvCxnSpPr>
          <p:nvPr/>
        </p:nvCxnSpPr>
        <p:spPr>
          <a:xfrm>
            <a:off x="3341066" y="2748571"/>
            <a:ext cx="988602" cy="0"/>
          </a:xfrm>
          <a:prstGeom prst="line">
            <a:avLst/>
          </a:prstGeom>
          <a:ln w="317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46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95037-3331-2B84-7E3C-772148D14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B6C41F-03C7-C68D-D521-B068B875CE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69197" y="907896"/>
            <a:ext cx="7153704" cy="570039"/>
          </a:xfrm>
        </p:spPr>
        <p:txBody>
          <a:bodyPr/>
          <a:lstStyle/>
          <a:p>
            <a:r>
              <a:rPr lang="en-US"/>
              <a:t>Practice Complete Sentences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F2894-5647-89E7-5E6E-B07FBDA5B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59732" y="852829"/>
            <a:ext cx="1777264" cy="1754326"/>
          </a:xfrm>
        </p:spPr>
        <p:txBody>
          <a:bodyPr/>
          <a:lstStyle/>
          <a:p>
            <a:r>
              <a:rPr lang="en-US"/>
              <a:t>Learning Outcomes</a:t>
            </a:r>
          </a:p>
          <a:p>
            <a:pPr lvl="1"/>
            <a:r>
              <a:rPr lang="en-US"/>
              <a:t>I will speak and write in complete sentences to answer questions about myself.</a:t>
            </a:r>
          </a:p>
          <a:p>
            <a:pPr lvl="2"/>
            <a:r>
              <a:rPr lang="en-US"/>
              <a:t>Teach</a:t>
            </a:r>
          </a:p>
          <a:p>
            <a:pPr lvl="4"/>
            <a:r>
              <a:rPr lang="en-US">
                <a:solidFill>
                  <a:schemeClr val="bg1">
                    <a:lumMod val="50000"/>
                  </a:schemeClr>
                </a:solidFill>
              </a:rPr>
              <a:t>          See notes.</a:t>
            </a:r>
          </a:p>
          <a:p>
            <a:pPr lvl="4"/>
            <a:endParaRPr lang="en-US">
              <a:solidFill>
                <a:srgbClr val="0070C0"/>
              </a:solidFill>
            </a:endParaRP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441FD377-A403-C962-14A4-5214FD2CCE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42996" y="1742784"/>
            <a:ext cx="5944457" cy="553235"/>
          </a:xfrm>
          <a:prstGeom prst="rect">
            <a:avLst/>
          </a:prstGeom>
        </p:spPr>
        <p:txBody>
          <a:bodyPr lIns="0"/>
          <a:lstStyle>
            <a:lvl1pPr marL="274320" indent="-274320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>
                <a:latin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US" b="1">
                <a:latin typeface="Verdana"/>
                <a:ea typeface="MS PGothic"/>
              </a:rPr>
              <a:t>What is your favorite color?</a:t>
            </a:r>
          </a:p>
          <a:p>
            <a:pPr lvl="0"/>
            <a:endParaRPr lang="en-US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554115EF-3F39-BF70-428E-788019519DE8}"/>
              </a:ext>
            </a:extLst>
          </p:cNvPr>
          <p:cNvSpPr txBox="1">
            <a:spLocks/>
          </p:cNvSpPr>
          <p:nvPr/>
        </p:nvSpPr>
        <p:spPr>
          <a:xfrm>
            <a:off x="3942996" y="2581607"/>
            <a:ext cx="4840293" cy="847393"/>
          </a:xfrm>
          <a:prstGeom prst="rect">
            <a:avLst/>
          </a:prstGeom>
        </p:spPr>
        <p:txBody>
          <a:bodyPr lIns="0"/>
          <a:lstStyle>
            <a:lvl1pPr marL="274320" indent="-274320" algn="l" defTabSz="457189" rtl="0" eaLnBrk="1" fontAlgn="base" hangingPunct="1">
              <a:lnSpc>
                <a:spcPts val="29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Verdana" panose="020B0604030504040204" pitchFamily="34" charset="0"/>
                <a:ea typeface="MS PGothic" pitchFamily="34" charset="-128"/>
                <a:cs typeface="Verdana" panose="020B0604030504040204" pitchFamily="34" charset="0"/>
              </a:defRPr>
            </a:lvl1pPr>
            <a:lvl2pPr marL="742931" indent="-285743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2pPr>
            <a:lvl3pPr marL="1142972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3pPr>
            <a:lvl4pPr marL="1600160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4pPr>
            <a:lvl5pPr marL="2057348" indent="-228594" algn="l" defTabSz="457189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MS PGothic" pitchFamily="34" charset="-128"/>
                <a:cs typeface="+mn-cs"/>
              </a:defRPr>
            </a:lvl5pPr>
            <a:lvl6pPr marL="2514537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457189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/>
              <a:t>What do you like to eat?</a:t>
            </a: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8F36977-C799-A4AE-E298-08CF89A3D265}"/>
              </a:ext>
            </a:extLst>
          </p:cNvPr>
          <p:cNvSpPr txBox="1">
            <a:spLocks/>
          </p:cNvSpPr>
          <p:nvPr/>
        </p:nvSpPr>
        <p:spPr>
          <a:xfrm>
            <a:off x="155004" y="874020"/>
            <a:ext cx="2167128" cy="2939266"/>
          </a:xfrm>
          <a:prstGeom prst="rect">
            <a:avLst/>
          </a:prstGeom>
        </p:spPr>
        <p:txBody>
          <a:bodyPr rIns="0">
            <a:sp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3"/>
              </a:buBlip>
              <a:tabLst/>
              <a:defRPr sz="2000" b="1" kern="120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542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28600" indent="-228600" algn="l" defTabSz="914400" rtl="0" eaLnBrk="1" latinLnBrk="0" hangingPunct="1">
              <a:lnSpc>
                <a:spcPct val="100000"/>
              </a:lnSpc>
              <a:spcBef>
                <a:spcPts val="3000"/>
              </a:spcBef>
              <a:spcAft>
                <a:spcPts val="1200"/>
              </a:spcAft>
              <a:buSzPct val="125000"/>
              <a:buFontTx/>
              <a:buBlip>
                <a:blip r:embed="rId3"/>
              </a:buBlip>
              <a:tabLst/>
              <a:defRPr sz="2000" b="1" kern="1200">
                <a:solidFill>
                  <a:srgbClr val="7EB9DB"/>
                </a:solidFill>
                <a:latin typeface="+mn-lt"/>
                <a:ea typeface="+mn-ea"/>
                <a:cs typeface="+mn-cs"/>
              </a:defRPr>
            </a:lvl3pPr>
            <a:lvl4pPr marL="225425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Collaborate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r>
              <a:rPr lang="en-US"/>
              <a:t>Turn and Talk to share your answer with a partner. </a:t>
            </a:r>
          </a:p>
          <a:p>
            <a:pPr lvl="1"/>
            <a:r>
              <a:rPr lang="en-US"/>
              <a:t>Remember to turn the question around and say your answer as a complete sentence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CDB375-A99D-C1F1-A825-0DD19BAFF7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135" y="1235029"/>
            <a:ext cx="689543" cy="5077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F3FACF8-14EF-8A69-D560-577C6EBE5A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8121" y="2169241"/>
            <a:ext cx="368808" cy="25355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E538287-5561-9FD3-A799-6BFCAD1F05C7}"/>
              </a:ext>
            </a:extLst>
          </p:cNvPr>
          <p:cNvSpPr txBox="1">
            <a:spLocks/>
          </p:cNvSpPr>
          <p:nvPr/>
        </p:nvSpPr>
        <p:spPr>
          <a:xfrm>
            <a:off x="155004" y="5577381"/>
            <a:ext cx="2167128" cy="1097736"/>
          </a:xfrm>
          <a:prstGeom prst="rect">
            <a:avLst/>
          </a:prstGeom>
        </p:spPr>
        <p:txBody>
          <a:bodyPr rIns="0" anchor="b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buSzPct val="25000"/>
              <a:buFont typeface="Arial" panose="020B0604020202020204" pitchFamily="34" charset="0"/>
              <a:buChar char="•"/>
              <a:defRPr lang="en-US" sz="1200" b="1" kern="1200" dirty="0" smtClean="0">
                <a:solidFill>
                  <a:srgbClr val="7EB9D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Font typeface="+mj-lt"/>
              <a:buAutoNum type="arabicPeriod"/>
              <a:defRPr lang="en-US" sz="1000" kern="1200" dirty="0" smtClean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Turn and Talk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Listen.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Think.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Turn.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/>
              <a:t>Talk.</a:t>
            </a:r>
          </a:p>
        </p:txBody>
      </p:sp>
    </p:spTree>
    <p:extLst>
      <p:ext uri="{BB962C8B-B14F-4D97-AF65-F5344CB8AC3E}">
        <p14:creationId xmlns:p14="http://schemas.microsoft.com/office/powerpoint/2010/main" val="170812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heme/theme1.xml><?xml version="1.0" encoding="utf-8"?>
<a:theme xmlns:a="http://schemas.openxmlformats.org/drawingml/2006/main" name="G2-5 Writing Opening Slid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2.xml><?xml version="1.0" encoding="utf-8"?>
<a:theme xmlns:a="http://schemas.openxmlformats.org/drawingml/2006/main" name="G2-5 Writing Learning Outcome 2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3.xml><?xml version="1.0" encoding="utf-8"?>
<a:theme xmlns:a="http://schemas.openxmlformats.org/drawingml/2006/main" name="G2-5 Writing Learning Outcome 1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4.xml><?xml version="1.0" encoding="utf-8"?>
<a:theme xmlns:a="http://schemas.openxmlformats.org/drawingml/2006/main" name="Grades 2-5 Writing Master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G2-5 Sample Modeling Writing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x_Lit_Slides_G2-5_Phonics Template_1213" id="{C4A118A1-9337-AF44-BEE5-1F7C771D9202}" vid="{7433B8A2-F4B0-3B41-A3F4-138979C7D47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AA81958DC084408AFBF0B55E9068CD" ma:contentTypeVersion="20" ma:contentTypeDescription="Create a new document." ma:contentTypeScope="" ma:versionID="a8d42d133a2a4c95f6d7a30aa9c9cbe9">
  <xsd:schema xmlns:xsd="http://www.w3.org/2001/XMLSchema" xmlns:xs="http://www.w3.org/2001/XMLSchema" xmlns:p="http://schemas.microsoft.com/office/2006/metadata/properties" xmlns:ns1="http://schemas.microsoft.com/sharepoint/v3" xmlns:ns2="3fcecda0-f7b9-4a9a-a09e-07393f62047f" xmlns:ns3="9c81ec0d-aa0c-4e87-adae-19f56cc640e9" targetNamespace="http://schemas.microsoft.com/office/2006/metadata/properties" ma:root="true" ma:fieldsID="e39fedf35a187910032fad5ac990d89a" ns1:_="" ns2:_="" ns3:_="">
    <xsd:import namespace="http://schemas.microsoft.com/sharepoint/v3"/>
    <xsd:import namespace="3fcecda0-f7b9-4a9a-a09e-07393f62047f"/>
    <xsd:import namespace="9c81ec0d-aa0c-4e87-adae-19f56cc640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Notes" minOccurs="0"/>
                <xsd:element ref="ns2:_Flow_SignoffStatu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ecda0-f7b9-4a9a-a09e-07393f6204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154e35-e49a-408d-8a82-f57d87caad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3" nillable="true" ma:displayName="Notes" ma:description="Write notes about the contents of the folder" ma:format="Dropdown" ma:internalName="Notes">
      <xsd:simpleType>
        <xsd:restriction base="dms:Note">
          <xsd:maxLength value="255"/>
        </xsd:restriction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81ec0d-aa0c-4e87-adae-19f56cc640e9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e63a6ad-23bc-4a1b-a877-372b4fb1bb7f}" ma:internalName="TaxCatchAll" ma:showField="CatchAllData" ma:web="9c81ec0d-aa0c-4e87-adae-19f56cc640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 / Materials Called For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81ec0d-aa0c-4e87-adae-19f56cc640e9" xsi:nil="true"/>
    <lcf76f155ced4ddcb4097134ff3c332f xmlns="3fcecda0-f7b9-4a9a-a09e-07393f62047f">
      <Terms xmlns="http://schemas.microsoft.com/office/infopath/2007/PartnerControls"/>
    </lcf76f155ced4ddcb4097134ff3c332f>
    <_ip_UnifiedCompliancePolicyUIAction xmlns="http://schemas.microsoft.com/sharepoint/v3" xsi:nil="true"/>
    <Notes xmlns="3fcecda0-f7b9-4a9a-a09e-07393f62047f" xsi:nil="true"/>
    <_Flow_SignoffStatus xmlns="3fcecda0-f7b9-4a9a-a09e-07393f62047f" xsi:nil="true"/>
    <_ip_UnifiedCompliancePolicyProperties xmlns="http://schemas.microsoft.com/sharepoint/v3" xsi:nil="true"/>
    <MediaLengthInSeconds xmlns="3fcecda0-f7b9-4a9a-a09e-07393f62047f" xsi:nil="true"/>
    <SharedWithUsers xmlns="9c81ec0d-aa0c-4e87-adae-19f56cc640e9">
      <UserInfo>
        <DisplayName>Stephanie Seemann</DisplayName>
        <AccountId>425</AccountId>
        <AccountType/>
      </UserInfo>
      <UserInfo>
        <DisplayName>Barbara Andrews</DisplayName>
        <AccountId>278</AccountId>
        <AccountType/>
      </UserInfo>
      <UserInfo>
        <DisplayName>Shauna Williams</DisplayName>
        <AccountId>153</AccountId>
        <AccountType/>
      </UserInfo>
      <UserInfo>
        <DisplayName>Maria Campanario</DisplayName>
        <AccountId>4242</AccountId>
        <AccountType/>
      </UserInfo>
      <UserInfo>
        <DisplayName>Kimberli Kern</DisplayName>
        <AccountId>289</AccountId>
        <AccountType/>
      </UserInfo>
      <UserInfo>
        <DisplayName>Daniel Pai 白峻豪</DisplayName>
        <AccountId>39133</AccountId>
        <AccountType/>
      </UserInfo>
      <UserInfo>
        <DisplayName>Faith Hinkle</DisplayName>
        <AccountId>38275</AccountId>
        <AccountType/>
      </UserInfo>
      <UserInfo>
        <DisplayName>Liz Cheong</DisplayName>
        <AccountId>251</AccountId>
        <AccountType/>
      </UserInfo>
      <UserInfo>
        <DisplayName>Zahid Khokhar</DisplayName>
        <AccountId>51230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6F9C2BF0-C977-4773-908A-938364CCD47D}">
  <ds:schemaRefs>
    <ds:schemaRef ds:uri="3fcecda0-f7b9-4a9a-a09e-07393f62047f"/>
    <ds:schemaRef ds:uri="9c81ec0d-aa0c-4e87-adae-19f56cc640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EC064D9-FCDD-4EC9-8AF2-839F2C5AD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270FF80-F1BE-4D8A-B3FA-5B6DCDC3932F}">
  <ds:schemaRefs>
    <ds:schemaRef ds:uri="3fcecda0-f7b9-4a9a-a09e-07393f62047f"/>
    <ds:schemaRef ds:uri="9c81ec0d-aa0c-4e87-adae-19f56cc640e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4</Notes>
  <HiddenSlides>0</HiddenSlide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G2-5 Writing Opening Slide</vt:lpstr>
      <vt:lpstr>G2-5 Writing Learning Outcome 2</vt:lpstr>
      <vt:lpstr>G2-5 Writing Learning Outcome 1</vt:lpstr>
      <vt:lpstr>Grades 2-5 Writing Master Layout</vt:lpstr>
      <vt:lpstr>G2-5 Sample Modeling Writing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Reiser</dc:creator>
  <cp:revision>1</cp:revision>
  <dcterms:created xsi:type="dcterms:W3CDTF">2026-07-01T17:06:04Z</dcterms:created>
  <dcterms:modified xsi:type="dcterms:W3CDTF">2026-09-03T16:43:14Z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0x010100D7AA81958DC084408AFBF0B55E9068CD</vt:lpwstr>
  </property>
  <property fmtid="{D5CDD505-2E9C-101B-9397-08002B2CF9AE}" pid="3" name="MediaServiceImageTags">
    <vt:lpwstr/>
  </property>
  <property fmtid="{D5CDD505-2E9C-101B-9397-08002B2CF9AE}" pid="4" name="Order">
    <vt:r8>11883400</vt:r8>
  </property>
  <property fmtid="{D5CDD505-2E9C-101B-9397-08002B2CF9AE}" pid="5" name="ComplianceAssetId">
    <vt:lpwstr/>
  </property>
  <property fmtid="{D5CDD505-2E9C-101B-9397-08002B2CF9AE}" pid="6" name="WistiaLink">
    <vt:lpwstr>, </vt:lpwstr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